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ECサイトの購買ファネル（n=3｜密度強化・短文）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1250" y="2533650"/>
            <a:ext cx="74295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5740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550" y="260985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550" y="2857500"/>
            <a:ext cx="72009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2575" y="25527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50" y="25527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0" y="37528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861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300" y="38290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40767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325" y="37719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7719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6291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ECサイトの購買ファネル（n=4｜密度強化・短文）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5000" y="2533650"/>
            <a:ext cx="83820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8115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2609850"/>
            <a:ext cx="815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2857500"/>
            <a:ext cx="815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5527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3200" y="25527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3752850"/>
            <a:ext cx="6477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336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29050"/>
            <a:ext cx="624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76700"/>
            <a:ext cx="624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8825" y="37719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0700" y="37719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0" y="49720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86150" y="54197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4300" y="50482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4300" y="52959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325" y="49911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9911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8483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ECサイトの購買ファネル（n=5｜密度強化・短文）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885825"/>
          </a:xfrm>
          <a:prstGeom prst="roundRect">
            <a:avLst>
              <a:gd name="adj" fmla="val 86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6383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6875" y="2295525"/>
            <a:ext cx="8858250" cy="885825"/>
          </a:xfrm>
          <a:prstGeom prst="roundRect">
            <a:avLst>
              <a:gd name="adj" fmla="val 86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3025" y="26193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1175" y="2371725"/>
            <a:ext cx="86296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175" y="2619375"/>
            <a:ext cx="86296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314575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81250" y="3276600"/>
            <a:ext cx="7429500" cy="885825"/>
          </a:xfrm>
          <a:prstGeom prst="roundRect">
            <a:avLst>
              <a:gd name="adj" fmla="val 86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57400" y="36004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5550" y="335280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5550" y="3600450"/>
            <a:ext cx="72009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2575" y="32956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6950" y="329565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5625" y="4257675"/>
            <a:ext cx="6000750" cy="885825"/>
          </a:xfrm>
          <a:prstGeom prst="roundRect">
            <a:avLst>
              <a:gd name="adj" fmla="val 86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71775" y="4581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9925" y="4333875"/>
            <a:ext cx="57721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925" y="4581525"/>
            <a:ext cx="57721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6950" y="4276725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2575" y="4276725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0" y="5238750"/>
            <a:ext cx="4572000" cy="885825"/>
          </a:xfrm>
          <a:prstGeom prst="roundRect">
            <a:avLst>
              <a:gd name="adj" fmla="val 86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86150" y="55626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4300" y="53149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300" y="5562600"/>
            <a:ext cx="4343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1325" y="52578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2578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876925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ECサイトの購買ファネル（n=6｜密度強化・短文）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621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3360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812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98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57450"/>
            <a:ext cx="8915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1526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95500" y="2952750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02895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276600"/>
            <a:ext cx="7772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825" y="29718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2700" y="29718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0" y="3771900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43150" y="40195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1300" y="3848100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4095750"/>
            <a:ext cx="6629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8325" y="37909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9095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4591050"/>
            <a:ext cx="5715000" cy="723900"/>
          </a:xfrm>
          <a:prstGeom prst="roundRect">
            <a:avLst>
              <a:gd name="adj" fmla="val 10526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14650" y="48387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800" y="46672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914900"/>
            <a:ext cx="5486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9825" y="46101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46101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5410200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86150" y="56578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300" y="54864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購入完了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734050"/>
            <a:ext cx="4343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決済を完了し受注が確定した数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1325" y="54292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42925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8864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