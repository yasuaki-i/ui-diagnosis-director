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UI改善の優先度（n=3｜説明文短文）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1717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22479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336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FVの訴求を明確化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543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6999" y="3238500"/>
            <a:ext cx="6858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57499" y="3314700"/>
            <a:ext cx="6477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499" y="3571875"/>
            <a:ext cx="6477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フォーム項目を削減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499" y="43053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2999" y="43815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99" y="46101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商品詳細を再設計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676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UI改善の優先度（n=4｜説明文短文）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6383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7145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002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FVの訴求を明確化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009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2705100"/>
            <a:ext cx="5715000" cy="990600"/>
          </a:xfrm>
          <a:prstGeom prst="roundRect">
            <a:avLst>
              <a:gd name="adj" fmla="val 576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29000" y="2781300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38475"/>
            <a:ext cx="5334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フォーム項目を削減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0765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5500" y="3771900"/>
            <a:ext cx="8001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86000" y="38481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7670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商品詳細を再設計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1433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499" y="48387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2999" y="49149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2999" y="51435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レコメンド精度向上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210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UI改善の優先度（n=5｜説明文短文）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314450"/>
            <a:ext cx="3429000" cy="906780"/>
          </a:xfrm>
          <a:prstGeom prst="roundRect">
            <a:avLst>
              <a:gd name="adj" fmla="val 6302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3906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76400"/>
            <a:ext cx="3048000" cy="4667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FVの訴求を明確化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164401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4250" y="2297430"/>
            <a:ext cx="5143500" cy="906780"/>
          </a:xfrm>
          <a:prstGeom prst="roundRect">
            <a:avLst>
              <a:gd name="adj" fmla="val 6302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14750" y="2373630"/>
            <a:ext cx="47625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30805"/>
            <a:ext cx="47625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フォーム項目を削減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262699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6999" y="3280410"/>
            <a:ext cx="6858000" cy="906780"/>
          </a:xfrm>
          <a:prstGeom prst="roundRect">
            <a:avLst>
              <a:gd name="adj" fmla="val 6302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57499" y="335661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499" y="3585210"/>
            <a:ext cx="6477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商品詳細を再設計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9750" y="4263390"/>
            <a:ext cx="8572500" cy="906780"/>
          </a:xfrm>
          <a:prstGeom prst="roundRect">
            <a:avLst>
              <a:gd name="adj" fmla="val 6302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00250" y="4339590"/>
            <a:ext cx="8191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250" y="4568190"/>
            <a:ext cx="81915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レコメンド精度向上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459295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499" y="5246370"/>
            <a:ext cx="10287000" cy="906780"/>
          </a:xfrm>
          <a:prstGeom prst="roundRect">
            <a:avLst>
              <a:gd name="adj" fmla="val 6302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42999" y="532257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99" y="5551170"/>
            <a:ext cx="9906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会員ランク制度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557593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