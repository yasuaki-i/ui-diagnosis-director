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ECサイトの購買ファネル（n=3｜密度強化）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1123950"/>
          </a:xfrm>
          <a:prstGeom prst="roundRect">
            <a:avLst>
              <a:gd name="adj" fmla="val 677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7621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広告接触・SNS経由での初回流入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81250" y="2533650"/>
            <a:ext cx="7429500" cy="1123950"/>
          </a:xfrm>
          <a:prstGeom prst="roundRect">
            <a:avLst>
              <a:gd name="adj" fmla="val 6779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057400" y="29813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5550" y="2609850"/>
            <a:ext cx="72009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サイト訪問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5550" y="2857500"/>
            <a:ext cx="72009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LPへ到達し1画面以上を閲覧した数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7825" y="2552700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6950" y="2552700"/>
            <a:ext cx="10572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▲78,000件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0000" y="3752850"/>
            <a:ext cx="4572000" cy="1123950"/>
          </a:xfrm>
          <a:prstGeom prst="roundRect">
            <a:avLst>
              <a:gd name="adj" fmla="val 677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86150" y="42005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4300" y="382905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4300" y="4076700"/>
            <a:ext cx="4343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フォーム送信を完了した数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6575" y="3771900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771900"/>
            <a:ext cx="10572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629150"/>
            <a:ext cx="19812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ECサイトの購買ファネル（n=4｜密度強化）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1123950"/>
          </a:xfrm>
          <a:prstGeom prst="roundRect">
            <a:avLst>
              <a:gd name="adj" fmla="val 677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7621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広告接触・SNS経由での初回流入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05000" y="2533650"/>
            <a:ext cx="8382000" cy="1123950"/>
          </a:xfrm>
          <a:prstGeom prst="roundRect">
            <a:avLst>
              <a:gd name="adj" fmla="val 6779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581150" y="29813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9300" y="2609850"/>
            <a:ext cx="815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サイト訪問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9300" y="2857500"/>
            <a:ext cx="8153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LPへ到達し1画面以上を閲覧した数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1575" y="2552700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3200" y="2552700"/>
            <a:ext cx="10572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▲78,000件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7500" y="3752850"/>
            <a:ext cx="6477000" cy="1123950"/>
          </a:xfrm>
          <a:prstGeom prst="roundRect">
            <a:avLst>
              <a:gd name="adj" fmla="val 677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533650" y="42005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829050"/>
            <a:ext cx="624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076700"/>
            <a:ext cx="6248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フォーム送信を完了した数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4075" y="3771900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0700" y="3771900"/>
            <a:ext cx="10572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10000" y="4972050"/>
            <a:ext cx="4572000" cy="1123950"/>
          </a:xfrm>
          <a:prstGeom prst="roundRect">
            <a:avLst>
              <a:gd name="adj" fmla="val 6779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86150" y="54197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24300" y="504825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商品比較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4300" y="5295900"/>
            <a:ext cx="4343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2件以上の商品詳細を閲覧した数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76575" y="4991100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991100"/>
            <a:ext cx="9429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848350"/>
            <a:ext cx="19812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ECサイトの購買ファネル（n=5｜密度強化）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885825"/>
          </a:xfrm>
          <a:prstGeom prst="roundRect">
            <a:avLst>
              <a:gd name="adj" fmla="val 8602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6383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広告接触・SNS経由での初回流入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66875" y="2295525"/>
            <a:ext cx="8858250" cy="885825"/>
          </a:xfrm>
          <a:prstGeom prst="roundRect">
            <a:avLst>
              <a:gd name="adj" fmla="val 8602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43025" y="26193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1175" y="2371725"/>
            <a:ext cx="86296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サイト訪問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1175" y="2619375"/>
            <a:ext cx="862965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LPへ到達し1画面以上を閲覧した数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2314575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1325" y="2314575"/>
            <a:ext cx="10572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▲78,000件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81250" y="3276600"/>
            <a:ext cx="7429500" cy="885825"/>
          </a:xfrm>
          <a:prstGeom prst="roundRect">
            <a:avLst>
              <a:gd name="adj" fmla="val 8602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057400" y="36004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5550" y="3352800"/>
            <a:ext cx="72009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5550" y="3600450"/>
            <a:ext cx="720090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フォーム送信を完了した数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7825" y="3295650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6950" y="3295650"/>
            <a:ext cx="10572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95625" y="4257675"/>
            <a:ext cx="6000750" cy="885825"/>
          </a:xfrm>
          <a:prstGeom prst="roundRect">
            <a:avLst>
              <a:gd name="adj" fmla="val 8602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771775" y="45815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9925" y="4333875"/>
            <a:ext cx="57721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商品比較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9925" y="4581525"/>
            <a:ext cx="577215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2件以上の商品詳細を閲覧した数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62200" y="4276725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2575" y="4276725"/>
            <a:ext cx="9429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5238750"/>
            <a:ext cx="4572000" cy="885825"/>
          </a:xfrm>
          <a:prstGeom prst="roundRect">
            <a:avLst>
              <a:gd name="adj" fmla="val 8602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86150" y="55626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4300" y="531495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カート投入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24300" y="5562600"/>
            <a:ext cx="434340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カートへ1点以上を投入した数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76575" y="5257800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5257800"/>
            <a:ext cx="9429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5876925"/>
            <a:ext cx="19812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4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ECサイトの購買ファネル（n=6｜密度強化）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723900"/>
          </a:xfrm>
          <a:prstGeom prst="roundRect">
            <a:avLst>
              <a:gd name="adj" fmla="val 10526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5621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広告接触・SNS経由での初回流入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0" y="2133600"/>
            <a:ext cx="9144000" cy="723900"/>
          </a:xfrm>
          <a:prstGeom prst="roundRect">
            <a:avLst>
              <a:gd name="adj" fmla="val 10526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0150" y="23812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300" y="2209800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サイト訪問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300" y="2457450"/>
            <a:ext cx="8915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LPへ到達し1画面以上を閲覧した数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" y="2152650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2152650"/>
            <a:ext cx="10572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▲78,000件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95500" y="2952750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771650" y="32004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9800" y="302895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9800" y="3276600"/>
            <a:ext cx="7772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フォーム送信を完了した数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2075" y="2971800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2700" y="2971800"/>
            <a:ext cx="10572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67000" y="3771900"/>
            <a:ext cx="6858000" cy="723900"/>
          </a:xfrm>
          <a:prstGeom prst="roundRect">
            <a:avLst>
              <a:gd name="adj" fmla="val 10526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343150" y="40195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300" y="3848100"/>
            <a:ext cx="6629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商品比較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1300" y="4095750"/>
            <a:ext cx="6629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2件以上の商品詳細を閲覧した数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3575" y="3790950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790950"/>
            <a:ext cx="9429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38500" y="4591050"/>
            <a:ext cx="5715000" cy="723900"/>
          </a:xfrm>
          <a:prstGeom prst="roundRect">
            <a:avLst>
              <a:gd name="adj" fmla="val 10526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914650" y="48387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2800" y="466725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カート投入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2800" y="4914900"/>
            <a:ext cx="5486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カートへ1点以上を投入した数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05075" y="4610100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9700" y="4610100"/>
            <a:ext cx="9429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10000" y="5410200"/>
            <a:ext cx="4572000" cy="723900"/>
          </a:xfrm>
          <a:prstGeom prst="roundRect">
            <a:avLst>
              <a:gd name="adj" fmla="val 10526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486150" y="56578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4300" y="548640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購入完了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24300" y="5734050"/>
            <a:ext cx="4343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決済を完了し受注が確定した数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6575" y="5429250"/>
            <a:ext cx="42862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429250"/>
            <a:ext cx="94297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5886450"/>
            <a:ext cx="19812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