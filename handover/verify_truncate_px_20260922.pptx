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4003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商品一覧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9908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35814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導線は明快だが入力負荷が高い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最重要課題（Top1）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フォーム入力の負荷が高い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ファーストビューが明快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カート導線がスムーズ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信頼性の訴求が十分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入力段階での離脱が最大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1" name="Oval 60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一覧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絞込弱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5" name="Oval 64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詳細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情報不足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負荷大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完了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離脱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ナビゲーション設計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3.5/5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視覚的階層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4.5/5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検索・絞り込み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2.0/5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商品詳細の情報量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3.0/5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カート/購入導線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フォーム使いやすさ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2.5/5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モバイル最適化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3.5/5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3.0/5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信頼性の訴求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ファーストビューが明快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カート導線がスムーズ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信頼性の訴求が十分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フォーム入力の負荷が高い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検索の絞り込みが弱い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商品詳細の情報が不足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フォーム入力の負荷が高い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箇所：申込フォーム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必須項目が12個ある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必須を6個へ削減する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8097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71500" y="18097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次の一手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4950" y="18097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必須項目の削減可否を法務と確認する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検索の絞り込みが弱い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箇所：商品一覧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条件を保存できない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条件保存と組合せを実装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34099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71500" y="34099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次の一手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4950" y="34099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検索基盤の改修規模を開発へ照会する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商品詳細の情報が不足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箇所：商品詳細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サイズ感の記載がない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使用シーン写真を追加する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1500" y="50101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571500" y="50101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次の一手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4950" y="50101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撮影会社の見積を今週中に取得する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