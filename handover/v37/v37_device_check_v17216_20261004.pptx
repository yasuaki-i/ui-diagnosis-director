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621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初回流入の月間合計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3360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812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98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57450"/>
            <a:ext cx="8915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初回流入の月間合計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2952750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302895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276600"/>
            <a:ext cx="7772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初回流入の月間合計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7000" y="3771900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43150" y="40195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300" y="3848100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1300" y="4095750"/>
            <a:ext cx="6629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初回流入の月間合計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8500" y="4591050"/>
            <a:ext cx="5715000" cy="723900"/>
          </a:xfrm>
          <a:prstGeom prst="roundRect">
            <a:avLst>
              <a:gd name="adj" fmla="val 10526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14650" y="48387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800" y="46672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2800" y="4914900"/>
            <a:ext cx="5486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初回流入の月間合計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0" y="5410200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86150" y="56578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4300" y="54864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4300" y="5734050"/>
            <a:ext cx="4343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初回流入の月間合計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広告接触とSNS経由で初回流入した推定ユーザー数の月間合計値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広告接触とSNS経由で初回流入した推定ユーザー数の月間合計値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広告接触とSNS経由で初回流入した推定ユーザー数の月間合計値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広告接触およびSNS経由で初回流入した推定ユニークユーザー数の月間合計値である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広告接触およびSNS経由で初回流入した推定ユニークユーザー数の月間合計値である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1431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広告接触およびSNS経由で初回流入した推定ユニークユーザー数の月間合計値である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295275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2700" y="2952750"/>
            <a:ext cx="12858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広告接触およびSNS経由で初回流入した推定ユニークユーザー数の月間合計値である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225" y="376237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6237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広告接触およびSNS経由で初回流入した推定ユニークユーザー数の月間合計値である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1725" y="457200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4572000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広告接触およびSNS経由で初回流入した推定ユニークユーザー数の月間合計値である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3225" y="53816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38162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2409825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820400" y="24669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LP改善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5876925"/>
            <a:ext cx="2114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絞り込み（n=6｜密度強化）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9575" y="914400"/>
            <a:ext cx="37814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→ 通算 1.6%（120,000→1,960件）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1431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295275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700" y="2952750"/>
            <a:ext cx="12858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広告接触とSNS経由で初回流入した推定ユーザー数の月間合計値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225" y="376237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76237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広告接触とSNS経由で初回流入した推定ユーザー数の月間合計値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1725" y="457200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9700" y="4572000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広告接触とSNS経由で初回流入した推定ユーザー数の月間合計値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3225" y="53816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38162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44200" y="2409825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820400" y="24669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LP改善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876925"/>
            <a:ext cx="2114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ECサイトの購買ファネル分析｜認知から購入完了までの段階別転換と離脱の全体像（n=6）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1431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295275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2700" y="2952750"/>
            <a:ext cx="12858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広告接触とSNS経由で初回流入した推定ユーザー数の月間合計値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225" y="376237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6237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広告接触とSNS経由で初回流入した推定ユーザー数の月間合計値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1725" y="457200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4572000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広告接触とSNS経由で初回流入した推定ユーザー数の月間合計値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3225" y="53816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38162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2409825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820400" y="24669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LP改善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絞り込み（n=3）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1250" y="2533650"/>
            <a:ext cx="74295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5740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550" y="260985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550" y="2857500"/>
            <a:ext cx="72009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0" y="37528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861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38290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4300" y="40767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019550"/>
            <a:ext cx="3028950" cy="4286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※出所：自社GA4（2026年4〜9月平均）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7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絞り込み（n=6｜密度強化）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9575" y="914400"/>
            <a:ext cx="37814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→ 通算 1.6%（120,000→1,960件）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1431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295275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700" y="2952750"/>
            <a:ext cx="12858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広告接触とSNS経由で初回流入した推定ユーザー数の月間合計値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225" y="376237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76237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広告接触とSNS経由で初回流入した推定ユーザー数の月間合計値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1725" y="457200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9700" y="4572000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広告接触とSNS経由で初回流入した推定ユーザー数の月間合計値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3225" y="53816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38162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44200" y="2409825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820400" y="24669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LP改善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876925"/>
            <a:ext cx="2114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000" y="5629275"/>
            <a:ext cx="3028950" cy="4286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※出所：自社GA4（2026年4〜9月平均）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8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絞り込み（n=6｜密度強化）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811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19250"/>
            <a:ext cx="10058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90%　広告接触とSNS経由で初回流入した推定ユーザー数の月間合計値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24075"/>
            <a:ext cx="9144000" cy="762000"/>
          </a:xfrm>
          <a:prstGeom prst="roundRect">
            <a:avLst>
              <a:gd name="adj" fmla="val 10000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907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0275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28875"/>
            <a:ext cx="8915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78%　広告接触とSNS経由で初回流入した推定ユーザー数の月間合計値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1431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95500" y="29337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0099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238500"/>
            <a:ext cx="7772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66%　広告接触とSNS経由で初回流入した推定ユーザー数の月間合計値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295275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2700" y="2952750"/>
            <a:ext cx="12858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0" y="3743325"/>
            <a:ext cx="6858000" cy="762000"/>
          </a:xfrm>
          <a:prstGeom prst="roundRect">
            <a:avLst>
              <a:gd name="adj" fmla="val 10000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43150" y="40100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1300" y="3819525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要素4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4048125"/>
            <a:ext cx="6629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54%　広告接触とSNS経由で初回流入した推定ユーザー数の月間合計値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225" y="376237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6237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455295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14650" y="48196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800" y="46291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857750"/>
            <a:ext cx="5486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42%　広告接触とSNS経由で初回流入した推定ユーザー数の月間合計値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1725" y="4572000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4572000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5362575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BBBB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86150" y="56292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300" y="5438775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要素6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667375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30%　広告接触とSNS経由で初回流入した推定ユーザー数の月間合計値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3225" y="5381625"/>
            <a:ext cx="6191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381625"/>
            <a:ext cx="11430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2409825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820400" y="2466975"/>
            <a:ext cx="7048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LP改善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