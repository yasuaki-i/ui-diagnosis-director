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サンプル英会話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標準的（改善余地あり）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余白の広いレイアウトで安心感を生んでいる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料金と特徴を整理し概要を素早く伝えている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青基調の配色で教育サービスの信頼感を出している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FV内に主要CTAがない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入力前の不安解消が不足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受講後の成果訴求が弱い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FV内CTAと成果訴求・不安解消の3点を最優先で整えれば、無料体験への到達率を高められる。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サンプル英会話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標準的（改善余地あり）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ファーストビュー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清潔感はあるが体験価値が伝わりにくい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キャッチコピー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開始喚起は明快だが選ばれる理由が弱い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FV内に主要CTAがなく行動導線が弱い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信頼性・権威性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実績数値はあるが根拠の厚みが不足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入力前の不安解消の説明が少ない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SPでCTAの固定表示が必要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余白・行間・色数が整理され読みやすい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比較・成果・不安解消の情報が不足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ブランド一貫性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青基調で教育サービスらしい安心感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表示速度・技術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画像中心のため最適化の余地がある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