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11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00078"/>
                </a:solidFill>
                <a:latin typeface="Meiryo"/>
              </a:rPr>
              <a:t>文字幅校正用｜8文字種 × 各10文字（メイリオ 14pt 太字）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85953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"/>
              </a:rPr>
              <a:t>手順：各テキストボックスを右クリック→図形の書式設定→サイズとプロパティ→テキストボックス→自動調整→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5953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"/>
              </a:rPr>
              <a:t>　　　「テキストに合わせて図形のサイズを調整する」→ サイズタブの「幅」の数値（cm）を記入欄へ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85953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C80000"/>
                </a:solidFill>
                <a:latin typeface="Meiryo"/>
              </a:rPr>
              <a:t>⭐ 現状のテキストボックスは初期状態で SHAPE_TO_FIT_TEXT が有効になっています（開いた瞬間に幅が収縮）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12801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eiryo"/>
              </a:rPr>
              <a:t>dig（10文字）: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325880"/>
            <a:ext cx="12801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000000"/>
                </a:solidFill>
                <a:latin typeface="Meiryo"/>
              </a:rPr>
              <a:t>1234567890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371600"/>
            <a:ext cx="101149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646464"/>
                </a:solidFill>
                <a:latin typeface="Meiryo"/>
              </a:rPr>
              <a:t>幅(cm)：</a:t>
            </a:r>
            <a:r>
              <a:rPr lang="en-US" altLang="ja-JP" sz="1200" b="0" dirty="0">
                <a:solidFill>
                  <a:srgbClr val="646464"/>
                </a:solidFill>
                <a:latin typeface="Meiryo"/>
              </a:rPr>
              <a:t>3.56</a:t>
            </a:r>
            <a:endParaRPr sz="1200" b="0" dirty="0">
              <a:solidFill>
                <a:srgbClr val="646464"/>
              </a:solidFill>
              <a:latin typeface="Meiry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320" y="1920239"/>
            <a:ext cx="12801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eiryo"/>
              </a:rPr>
              <a:t>pun（10文字）: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874519"/>
            <a:ext cx="6153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000000"/>
                </a:solidFill>
                <a:latin typeface="Meiryo"/>
              </a:rPr>
              <a:t>,.,.,.,.,.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920239"/>
            <a:ext cx="101149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646464"/>
                </a:solidFill>
                <a:latin typeface="Meiryo"/>
              </a:rPr>
              <a:t>幅(cm)：</a:t>
            </a:r>
            <a:r>
              <a:rPr lang="en-US" altLang="ja-JP" sz="1200" b="0" dirty="0">
                <a:solidFill>
                  <a:srgbClr val="646464"/>
                </a:solidFill>
                <a:latin typeface="Meiryo"/>
              </a:rPr>
              <a:t>1.71</a:t>
            </a:r>
            <a:endParaRPr sz="1200" b="0" dirty="0">
              <a:solidFill>
                <a:srgbClr val="646464"/>
              </a:solidFill>
              <a:latin typeface="Meiry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4320" y="2468879"/>
            <a:ext cx="12801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eiryo"/>
              </a:rPr>
              <a:t>pct（10文字）: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423160"/>
            <a:ext cx="205359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000000"/>
                </a:solidFill>
                <a:latin typeface="Meiryo"/>
              </a:rPr>
              <a:t>%%%%%%%%%%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468879"/>
            <a:ext cx="91531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646464"/>
                </a:solidFill>
                <a:latin typeface="Meiryo"/>
              </a:rPr>
              <a:t>幅(cm)：</a:t>
            </a:r>
            <a:r>
              <a:rPr lang="en-US" altLang="ja-JP" sz="1200" b="0" dirty="0">
                <a:solidFill>
                  <a:srgbClr val="646464"/>
                </a:solidFill>
                <a:latin typeface="Meiryo"/>
              </a:rPr>
              <a:t>5.7</a:t>
            </a:r>
            <a:endParaRPr sz="1200" b="0" dirty="0">
              <a:solidFill>
                <a:srgbClr val="646464"/>
              </a:solidFill>
              <a:latin typeface="Meiry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4320" y="3017520"/>
            <a:ext cx="12801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eiryo"/>
              </a:rPr>
              <a:t>spc（10文字）: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971799"/>
            <a:ext cx="6153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000000"/>
                </a:solidFill>
                <a:latin typeface="Meiryo"/>
              </a:rPr>
              <a:t>        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017520"/>
            <a:ext cx="101149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646464"/>
                </a:solidFill>
                <a:latin typeface="Meiryo"/>
              </a:rPr>
              <a:t>幅(cm)：</a:t>
            </a:r>
            <a:r>
              <a:rPr lang="en-US" altLang="ja-JP" sz="1200" b="0" dirty="0">
                <a:solidFill>
                  <a:srgbClr val="646464"/>
                </a:solidFill>
                <a:latin typeface="Meiryo"/>
              </a:rPr>
              <a:t>1.71</a:t>
            </a:r>
            <a:endParaRPr sz="1200" b="0" dirty="0">
              <a:solidFill>
                <a:srgbClr val="646464"/>
              </a:solidFill>
              <a:latin typeface="Meiry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4320" y="3566159"/>
            <a:ext cx="12801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eiryo"/>
              </a:rPr>
              <a:t>eq（10文字）: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520439"/>
            <a:ext cx="152019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000000"/>
                </a:solidFill>
                <a:latin typeface="Meiryo"/>
              </a:rPr>
              <a:t>==========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566159"/>
            <a:ext cx="101149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646464"/>
                </a:solidFill>
                <a:latin typeface="Meiryo"/>
              </a:rPr>
              <a:t>幅(cm)：</a:t>
            </a:r>
            <a:r>
              <a:rPr lang="en-US" altLang="ja-JP" sz="1200" b="0" dirty="0">
                <a:solidFill>
                  <a:srgbClr val="646464"/>
                </a:solidFill>
                <a:latin typeface="Meiryo"/>
              </a:rPr>
              <a:t>4.22</a:t>
            </a:r>
            <a:endParaRPr sz="1200" b="0" dirty="0">
              <a:solidFill>
                <a:srgbClr val="646464"/>
              </a:solidFill>
              <a:latin typeface="Meiry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74320" y="4114800"/>
            <a:ext cx="12801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eiryo"/>
              </a:rPr>
              <a:t>up（10文字）: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069080"/>
            <a:ext cx="12801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000000"/>
                </a:solidFill>
                <a:latin typeface="Meiryo"/>
              </a:rPr>
              <a:t>ABCDEFGHIJ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114800"/>
            <a:ext cx="101149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646464"/>
                </a:solidFill>
                <a:latin typeface="Meiryo"/>
              </a:rPr>
              <a:t>幅(cm)：</a:t>
            </a:r>
            <a:r>
              <a:rPr lang="en-US" altLang="ja-JP" sz="1200" b="0" dirty="0">
                <a:solidFill>
                  <a:srgbClr val="646464"/>
                </a:solidFill>
                <a:latin typeface="Meiryo"/>
              </a:rPr>
              <a:t>3.56</a:t>
            </a:r>
            <a:endParaRPr sz="1200" b="0" dirty="0">
              <a:solidFill>
                <a:srgbClr val="646464"/>
              </a:solidFill>
              <a:latin typeface="Meiryo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4320" y="4663440"/>
            <a:ext cx="12801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eiryo"/>
              </a:rPr>
              <a:t>wide（10文字）: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617720"/>
            <a:ext cx="18726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 err="1">
                <a:solidFill>
                  <a:srgbClr val="000000"/>
                </a:solidFill>
                <a:latin typeface="Meiryo"/>
              </a:rPr>
              <a:t>あいうえおかきくけこ</a:t>
            </a:r>
            <a:endParaRPr sz="1400" b="1" dirty="0">
              <a:solidFill>
                <a:srgbClr val="000000"/>
              </a:solidFill>
              <a:latin typeface="Meiryo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35040" y="4663440"/>
            <a:ext cx="91531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646464"/>
                </a:solidFill>
                <a:latin typeface="Meiryo"/>
              </a:rPr>
              <a:t>幅(cm)：</a:t>
            </a:r>
            <a:r>
              <a:rPr lang="en-US" altLang="ja-JP" sz="1200" b="0" dirty="0">
                <a:solidFill>
                  <a:srgbClr val="646464"/>
                </a:solidFill>
                <a:latin typeface="Meiryo"/>
              </a:rPr>
              <a:t>5.2</a:t>
            </a:r>
            <a:endParaRPr sz="1200" b="0" dirty="0">
              <a:solidFill>
                <a:srgbClr val="646464"/>
              </a:solidFill>
              <a:latin typeface="Meiryo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4320" y="5212080"/>
            <a:ext cx="12801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eiryo"/>
              </a:rPr>
              <a:t>nar（10文字）: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166360"/>
            <a:ext cx="100584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 err="1">
                <a:solidFill>
                  <a:srgbClr val="000000"/>
                </a:solidFill>
                <a:latin typeface="Meiryo"/>
              </a:rPr>
              <a:t>abcdefghij</a:t>
            </a:r>
            <a:endParaRPr sz="1400" b="1" dirty="0">
              <a:solidFill>
                <a:srgbClr val="000000"/>
              </a:solidFill>
              <a:latin typeface="Meiry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35040" y="5212080"/>
            <a:ext cx="101149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646464"/>
                </a:solidFill>
                <a:latin typeface="Meiryo"/>
              </a:rPr>
              <a:t>幅(cm)：</a:t>
            </a:r>
            <a:r>
              <a:rPr lang="en-US" altLang="ja-JP" sz="1200" b="0" dirty="0">
                <a:solidFill>
                  <a:srgbClr val="646464"/>
                </a:solidFill>
                <a:latin typeface="Meiryo"/>
              </a:rPr>
              <a:t>2.79</a:t>
            </a:r>
            <a:endParaRPr sz="1200" b="0" dirty="0">
              <a:solidFill>
                <a:srgbClr val="646464"/>
              </a:solidFill>
              <a:latin typeface="Meiryo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eiryo"/>
              </a:rPr>
              <a:t>===== 集計欄 =====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263640"/>
            <a:ext cx="85953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"/>
              </a:rPr>
              <a:t>記入完了したファイルをアップロードください。私が10で割ってユニット幅を算出します。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149</Words>
  <Application>Microsoft Office PowerPoint</Application>
  <PresentationFormat>画面に合わせる (4:3)</PresentationFormat>
  <Paragraphs>30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Meiryo</vt:lpstr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Yasuaki Irie</cp:lastModifiedBy>
  <cp:revision>2</cp:revision>
  <dcterms:created xsi:type="dcterms:W3CDTF">2013-01-27T09:14:16Z</dcterms:created>
  <dcterms:modified xsi:type="dcterms:W3CDTF">2026-09-17T23:51:09Z</dcterms:modified>
  <cp:category/>
</cp:coreProperties>
</file>