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ユニクロ公式オンライン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レビュー評価とAI要約で購入前の不安を減らしている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到着予定日と在庫を商品ページ内で明示している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赤と白の配色で全ページの統一感を保っている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FVバナーに行動ボタンがない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SPでカートボタンが初期表示外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画像と動画が多く表示が重い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FVバナーへの行動ボタン追加とSPのカート常時表示を優先すれば、商品詳細から購入までの到達率向上が見込める。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ユニクロ公式オンライン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URL / 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標準的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ファーストビュー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季節の告知は明快だが次の行動先が見えない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キャッチコピー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FVの訴求は汎用的、商品単位の説明は具体的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特集バナーに行動ボタンがなく誘導が弱い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信頼性・権威性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レビュー評価とAI要約で判断材料が厚い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サイズと色の選択が明快、決済画面は未確認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SP最適化は良好だがカートが初期表示外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写真上の白文字が読みにくい箇所がある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カテゴリ一覧は良いが特集が縦に長く続く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ブランド一貫性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赤と白の配色と簡潔な語調で統一されている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表示速度・技術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画像382点と自動再生動画3本で読込が重い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UI診断ディレクター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