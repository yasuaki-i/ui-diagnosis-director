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FVバナーに行動ボタンを添える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トップFV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見た後の行動先が分かりにくい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期間告知の画像のみで行動ボタンがない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特集を見るボタンを画像の下に置く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SPでカートボタンを画面下に固定する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商品詳細SP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価格とカートがスクロール後に見える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カートボタンが初期表示の外にある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価格とカートを画面下部に常時表示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価格に重なる案内表示をずらす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価格欄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吹き出しが価格を一部隠している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サイズ案内の吹き出しが価格に重なる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吹き出しをサイズ欄の横に移す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UI診断ディレクター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写真上の文字に下地を敷く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特集バナー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白文字が写真に溶けて読みにくい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明るい写真の上に細い白文字を置く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文字の背面に半透明の下地を敷く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動画と画像の読込を後回しにする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トップ全体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画像と自動再生動画で読込が重い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動画3本が自動再生で同時に読み込む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画面に入った時だけ読み込み再生する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最優先の一手：トップFVのバナーに行動ボタンを添え、SPの商品詳細ではカートを画面下に固定して、見つけてから買うまでの迷いを減らす⁠。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UI診断ディレクター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