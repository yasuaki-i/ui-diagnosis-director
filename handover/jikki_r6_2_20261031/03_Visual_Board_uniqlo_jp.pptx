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購入CVを増やす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トップと商品詳細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2026年10月30日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検索とカートが明快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43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43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431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行動ボタンがない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765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76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765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カテゴリ一覧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アイコンで探せる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8098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8098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80987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特集バナー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白文字が読みにくい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1432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1432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1432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レビューが充実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4766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76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4766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カート追加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SPで初期表示外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8100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8100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8100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返品案内がある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FVとSPカートの導線強化で購入増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FVバナーに行動ボタンがない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SPでカートボタンが初期表示外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画像と動画が多く表示が重い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レビュー評価とAI要約で購入前の不安を減らしている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到着予定日と在庫を商品ページ内で明示している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赤と白の配色で全ページの統一感を保っている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トップFVとSPのカート追加で行動が止まりやすい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検索や広告から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トップFV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次の行動が不明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カテゴリ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一覧で選べる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情報が充実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サイズ選択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ガイドがある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カート追加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SPで要スクロール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トップFVのバナーに行動ボタンを置いて特集への移動を促し、SPの商品詳細ではカートを常時表示して購入までの手間を減らすべきだ。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購入CVを増やす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トップと商品詳細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2026年10月30日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レビュー評価とAI要約で購入前の不安を減らしている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到着予定日と在庫を商品ページ内で明示している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赤と白の配色で全ページの統一感を保っている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FVバナーに行動ボタンがない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SPでカートボタンが初期表示外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画像と動画が多く表示が重い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トップFVのバナーに行動ボタンを置いて特集への移動を促し、SPの商品詳細ではカートを常時表示して購入までの手間を減らすべきだ。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FVに行動ボタンを置く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箇所：トップFV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期間告知の画像のみで行動ボタンがない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特集を見るボタンを画像の下に置く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SPでカートを常時表示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箇所：商品詳細SP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カートボタンが初期表示の外にある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価格とカートを画面下部に常時表示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価格の重なりを解消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箇所：価格欄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サイズ案内の吹き出しが価格に重なる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吹き出しをサイズ欄の横に移す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トップFVのバナーに行動ボタンを置いて特集への移動を促し、SPの商品詳細ではカートを常時表示して購入までの手間を減らすべきだ。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