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11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600" b="1">
                <a:solidFill>
                  <a:srgbClr val="000078"/>
                </a:solidFill>
                <a:latin typeface="Meiryo"/>
              </a:rPr>
              <a:t>文字幅校正｜dig（半角数字）の再確認のみ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Meiryo"/>
              </a:rPr>
              <a:t>9/19 のご測定で dig と up がともに 3.56cm でした。7種は検証で説明できましたが、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0">
                <a:solidFill>
                  <a:srgbClr val="000000"/>
                </a:solidFill>
                <a:latin typeface="Meiryo"/>
              </a:rPr>
              <a:t>dig のみ理論値より過大です（転記時の行取り違えの可能性）。この1項目のみ再確認をお願いします。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0">
                <a:solidFill>
                  <a:srgbClr val="C80000"/>
                </a:solidFill>
                <a:latin typeface="Meiryo"/>
              </a:rPr>
              <a:t>手順：下の枠をクリック→書式タブ→「サイズ」の「幅」の数値（cm）を記入欄へ（所要2分）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920239"/>
            <a:ext cx="16459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eiryo"/>
              </a:rPr>
              <a:t>dig（数字10字）：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19"/>
            <a:ext cx="12553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Meiryo"/>
              </a:rPr>
              <a:t>1234567890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920239"/>
            <a:ext cx="1096454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300" b="0" dirty="0">
                <a:solidFill>
                  <a:srgbClr val="646464"/>
                </a:solidFill>
                <a:latin typeface="Meiryo"/>
              </a:rPr>
              <a:t>3.49</a:t>
            </a:r>
            <a:endParaRPr sz="13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4320" y="2560320"/>
            <a:ext cx="16459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000000"/>
                </a:solidFill>
                <a:latin typeface="Meiryo"/>
              </a:rPr>
              <a:t>up （英大10字）：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125539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dirty="0">
                <a:solidFill>
                  <a:srgbClr val="000000"/>
                </a:solidFill>
                <a:latin typeface="Meiryo"/>
              </a:rPr>
              <a:t>ABCDEFGHIJ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560320"/>
            <a:ext cx="1096454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0" dirty="0">
                <a:solidFill>
                  <a:srgbClr val="646464"/>
                </a:solidFill>
                <a:latin typeface="Meiryo"/>
              </a:rPr>
              <a:t>幅(cm)：</a:t>
            </a:r>
            <a:r>
              <a:rPr lang="en-US" altLang="ja-JP" sz="1300" b="0" dirty="0">
                <a:solidFill>
                  <a:srgbClr val="646464"/>
                </a:solidFill>
                <a:latin typeface="Meiryo"/>
              </a:rPr>
              <a:t>3.49</a:t>
            </a:r>
            <a:endParaRPr sz="1300" b="0" dirty="0">
              <a:solidFill>
                <a:srgbClr val="646464"/>
              </a:solidFill>
              <a:latin typeface="Meiry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Meiryo"/>
              </a:rPr>
              <a:t>■ 参考｜9/19 測定値からの検証結果（AIスライド側で実施済）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Meiryo"/>
              </a:rPr>
              <a:t>・全角 wide=5.20cm を基準に内部マージン P=0.2611cm を逆算 → 8種のうち 7種が理論値と整合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88620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Meiryo"/>
              </a:rPr>
              <a:t>・pun(0.293em) と spc(0.293em) の一致は フォント設計上妥当（偶然の一致）と判明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1480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000000"/>
                </a:solidFill>
                <a:latin typeface="Meiryo"/>
              </a:rPr>
              <a:t>・dig のみ 0.668em（期待 0.50〜0.56em）で過大 → up と同値のため転記重複を疑う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 b="0">
                <a:solidFill>
                  <a:srgbClr val="C80000"/>
                </a:solidFill>
                <a:latin typeface="Meiryo"/>
              </a:rPr>
              <a:t>※ up も併記しています。両者が異なる値になれば転記重複、同一なら実測値として確定します。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135</Words>
  <Application>Microsoft Office PowerPoint</Application>
  <PresentationFormat>画面に合わせる (4:3)</PresentationFormat>
  <Paragraphs>15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Meiryo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Yasuaki Irie</cp:lastModifiedBy>
  <cp:revision>2</cp:revision>
  <dcterms:created xsi:type="dcterms:W3CDTF">2013-01-27T09:14:16Z</dcterms:created>
  <dcterms:modified xsi:type="dcterms:W3CDTF">2026-09-18T00:44:59Z</dcterms:modified>
  <cp:category/>
</cp:coreProperties>
</file>