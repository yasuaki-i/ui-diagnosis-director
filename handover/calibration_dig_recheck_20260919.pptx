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5953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00" b="1">
                <a:solidFill>
                  <a:srgbClr val="000078"/>
                </a:solidFill>
                <a:latin typeface="Meiryo"/>
              </a:rPr>
              <a:t>文字幅校正｜dig（半角数字）の再確認のみ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94360"/>
            <a:ext cx="85953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0">
                <a:solidFill>
                  <a:srgbClr val="000000"/>
                </a:solidFill>
                <a:latin typeface="Meiryo"/>
              </a:rPr>
              <a:t>9/19 のご測定で dig と up がともに 3.56cm でした。7種は検証で説明できましたが、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85953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0">
                <a:solidFill>
                  <a:srgbClr val="000000"/>
                </a:solidFill>
                <a:latin typeface="Meiryo"/>
              </a:rPr>
              <a:t>dig のみ理論値より過大です（転記時の行取り違えの可能性）。この1項目のみ再確認をお願いします。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51560"/>
            <a:ext cx="85953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0">
                <a:solidFill>
                  <a:srgbClr val="C80000"/>
                </a:solidFill>
                <a:latin typeface="Meiryo"/>
              </a:rPr>
              <a:t>手順：下の枠をクリック→書式タブ→「サイズ」の「幅」の数値（cm）を記入欄へ（所要2分）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920239"/>
            <a:ext cx="16459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Meiryo"/>
              </a:rPr>
              <a:t>dig（数字10字）：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874519"/>
            <a:ext cx="36576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000000"/>
                </a:solidFill>
                <a:latin typeface="Meiryo"/>
              </a:rPr>
              <a:t>1234567890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920239"/>
            <a:ext cx="2743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0">
                <a:solidFill>
                  <a:srgbClr val="646464"/>
                </a:solidFill>
                <a:latin typeface="Meiryo"/>
              </a:rPr>
              <a:t>幅(cm)：______________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560320"/>
            <a:ext cx="16459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Meiryo"/>
              </a:rPr>
              <a:t>up （英大10字）：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514600"/>
            <a:ext cx="36576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000000"/>
                </a:solidFill>
                <a:latin typeface="Meiryo"/>
              </a:rPr>
              <a:t>ABCDEFGHIJ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2560320"/>
            <a:ext cx="2743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0">
                <a:solidFill>
                  <a:srgbClr val="646464"/>
                </a:solidFill>
                <a:latin typeface="Meiryo"/>
              </a:rPr>
              <a:t>幅(cm)：______________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3383280"/>
            <a:ext cx="85953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1">
                <a:solidFill>
                  <a:srgbClr val="000000"/>
                </a:solidFill>
                <a:latin typeface="Meiryo"/>
              </a:rPr>
              <a:t>■ 参考｜9/19 測定値からの検証結果（AIスライド側で実施済）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657600"/>
            <a:ext cx="85953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0">
                <a:solidFill>
                  <a:srgbClr val="000000"/>
                </a:solidFill>
                <a:latin typeface="Meiryo"/>
              </a:rPr>
              <a:t>・全角 wide=5.20cm を基準に内部マージン P=0.2611cm を逆算 → 8種のうち 7種が理論値と整合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3886200"/>
            <a:ext cx="85953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0">
                <a:solidFill>
                  <a:srgbClr val="000000"/>
                </a:solidFill>
                <a:latin typeface="Meiryo"/>
              </a:rPr>
              <a:t>・pun(0.293em) と spc(0.293em) の一致は フォント設計上妥当（偶然の一致）と判明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114800"/>
            <a:ext cx="85953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0">
                <a:solidFill>
                  <a:srgbClr val="000000"/>
                </a:solidFill>
                <a:latin typeface="Meiryo"/>
              </a:rPr>
              <a:t>・dig のみ 0.668em（期待 0.50〜0.56em）で過大 → up と同値のため転記重複を疑う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526280"/>
            <a:ext cx="85953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0">
                <a:solidFill>
                  <a:srgbClr val="C80000"/>
                </a:solidFill>
                <a:latin typeface="Meiryo"/>
              </a:rPr>
              <a:t>※ up も併記しています。両者が異なる値になれば転記重複、同一なら実測値として確定します。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