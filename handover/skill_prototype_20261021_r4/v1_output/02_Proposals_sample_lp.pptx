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FVに無料体験CTAを追加する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興味を持った直後に行動できない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見出しと説明文のみで主要ボタンがない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無料体験と料金確認の2ボタンをFV内に置く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フォーム前に不安解消の説明を置く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申込フォーム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入力前に費用や勧誘の不安が残る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フォームだけが置かれている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勧誘なし・所要2分の説明を直前に置く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55295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2450" y="464820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2450" y="468630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66725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成果が見えるコピーに変える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465772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334500" y="46577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469582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3400" y="49911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506730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メインコピー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0" y="506730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学習後のメリットが伝わらない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556260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09600" y="560070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汎用的な呼びかけのコピー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72200" y="560070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続けた先の成果が分かるコピーにする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実績数値に根拠を添える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数値の裏付けが不足している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数値のみを並べている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集計方法と時期を小さく添える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画像を圧縮して表示を速める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画像全般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初回表示に時間がかかる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大きな画像をそのまま配信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次世代形式と遅延読込に切り替える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5657850"/>
            <a:ext cx="10191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最優先の一手：FVに無料体験CTAを置き、フォーム直前に不安解消の説明を添える⁠。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