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ピラミッド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PYRAMID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857250"/>
            <a:ext cx="114300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UI改善の優先度（n=3｜説明文短文）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1500" y="2171700"/>
            <a:ext cx="3429000" cy="990600"/>
          </a:xfrm>
          <a:prstGeom prst="roundRect">
            <a:avLst>
              <a:gd name="adj" fmla="val 5769"/>
            </a:avLst>
          </a:prstGeom>
          <a:solidFill>
            <a:srgbClr val="0055AD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2000" y="2247900"/>
            <a:ext cx="3048000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最優先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533650"/>
            <a:ext cx="3048000" cy="552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FVの訴求を明確化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000" y="2543175"/>
            <a:ext cx="3810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08BF2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66999" y="3238500"/>
            <a:ext cx="6858000" cy="990600"/>
          </a:xfrm>
          <a:prstGeom prst="roundRect">
            <a:avLst>
              <a:gd name="adj" fmla="val 5769"/>
            </a:avLst>
          </a:prstGeom>
          <a:solidFill>
            <a:srgbClr val="57B8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857499" y="3314700"/>
            <a:ext cx="6477000" cy="2571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7499" y="3571875"/>
            <a:ext cx="6477000" cy="581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フォーム項目を削減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000" y="3609975"/>
            <a:ext cx="3810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08BF2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2499" y="4305300"/>
            <a:ext cx="10287000" cy="990600"/>
          </a:xfrm>
          <a:prstGeom prst="roundRect">
            <a:avLst>
              <a:gd name="adj" fmla="val 5769"/>
            </a:avLst>
          </a:prstGeom>
          <a:solidFill>
            <a:srgbClr val="C0E4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142999" y="4381500"/>
            <a:ext cx="9906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2999" y="4610100"/>
            <a:ext cx="9906000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商品詳細を再設計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000" y="4676775"/>
            <a:ext cx="3810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08BF2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ピラミッド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PYRAMID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857250"/>
            <a:ext cx="114300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UI改善の優先度（n=4｜説明文短文）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1500" y="1638300"/>
            <a:ext cx="3429000" cy="990600"/>
          </a:xfrm>
          <a:prstGeom prst="roundRect">
            <a:avLst>
              <a:gd name="adj" fmla="val 5769"/>
            </a:avLst>
          </a:prstGeom>
          <a:solidFill>
            <a:srgbClr val="0055AD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2000" y="1714500"/>
            <a:ext cx="3048000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最優先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000250"/>
            <a:ext cx="3048000" cy="552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FVの訴求を明確化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000" y="2009775"/>
            <a:ext cx="3810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08BF2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38500" y="2705100"/>
            <a:ext cx="5715000" cy="990600"/>
          </a:xfrm>
          <a:prstGeom prst="roundRect">
            <a:avLst>
              <a:gd name="adj" fmla="val 5769"/>
            </a:avLst>
          </a:prstGeom>
          <a:solidFill>
            <a:srgbClr val="008BF2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429000" y="2781300"/>
            <a:ext cx="5334000" cy="2571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038475"/>
            <a:ext cx="5334000" cy="581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フォーム項目を削減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000" y="3076575"/>
            <a:ext cx="3810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08BF2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95500" y="3771900"/>
            <a:ext cx="8001000" cy="990600"/>
          </a:xfrm>
          <a:prstGeom prst="roundRect">
            <a:avLst>
              <a:gd name="adj" fmla="val 5769"/>
            </a:avLst>
          </a:prstGeom>
          <a:solidFill>
            <a:srgbClr val="57B8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286000" y="38481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076700"/>
            <a:ext cx="7620000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商品詳細を再設計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000" y="4143375"/>
            <a:ext cx="3810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08BF2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2499" y="4838700"/>
            <a:ext cx="10287000" cy="990600"/>
          </a:xfrm>
          <a:prstGeom prst="roundRect">
            <a:avLst>
              <a:gd name="adj" fmla="val 5769"/>
            </a:avLst>
          </a:prstGeom>
          <a:solidFill>
            <a:srgbClr val="C0E4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142999" y="4914900"/>
            <a:ext cx="9906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2999" y="5143500"/>
            <a:ext cx="9906000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レコメンド精度向上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1000" y="5210175"/>
            <a:ext cx="3810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08BF2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ピラミッド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PYRAMID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3 /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857250"/>
            <a:ext cx="114300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UI改善の優先度（n=5｜説明文短文）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1500" y="1314450"/>
            <a:ext cx="3429000" cy="906780"/>
          </a:xfrm>
          <a:prstGeom prst="roundRect">
            <a:avLst>
              <a:gd name="adj" fmla="val 6302"/>
            </a:avLst>
          </a:prstGeom>
          <a:solidFill>
            <a:srgbClr val="0055AD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2000" y="1390650"/>
            <a:ext cx="3048000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最優先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676400"/>
            <a:ext cx="3048000" cy="4667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FVの訴求を明確化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000" y="1644015"/>
            <a:ext cx="3810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08BF2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4250" y="2297430"/>
            <a:ext cx="5143500" cy="906780"/>
          </a:xfrm>
          <a:prstGeom prst="roundRect">
            <a:avLst>
              <a:gd name="adj" fmla="val 6302"/>
            </a:avLst>
          </a:prstGeom>
          <a:solidFill>
            <a:srgbClr val="008BF2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714750" y="2373630"/>
            <a:ext cx="4762500" cy="2571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4750" y="2630805"/>
            <a:ext cx="4762500" cy="495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フォーム項目を削減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000" y="2626995"/>
            <a:ext cx="3810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08BF2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66999" y="3280410"/>
            <a:ext cx="6858000" cy="906780"/>
          </a:xfrm>
          <a:prstGeom prst="roundRect">
            <a:avLst>
              <a:gd name="adj" fmla="val 6302"/>
            </a:avLst>
          </a:prstGeom>
          <a:solidFill>
            <a:srgbClr val="57B8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857499" y="3356610"/>
            <a:ext cx="6477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57499" y="3585210"/>
            <a:ext cx="6477000" cy="5238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商品詳細を再設計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000" y="3609975"/>
            <a:ext cx="3810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08BF2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09750" y="4263390"/>
            <a:ext cx="8572500" cy="906780"/>
          </a:xfrm>
          <a:prstGeom prst="roundRect">
            <a:avLst>
              <a:gd name="adj" fmla="val 6302"/>
            </a:avLst>
          </a:prstGeom>
          <a:solidFill>
            <a:srgbClr val="C0E4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000250" y="4339590"/>
            <a:ext cx="81915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00250" y="4568190"/>
            <a:ext cx="8191500" cy="5238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レコメンド精度向上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1000" y="4592955"/>
            <a:ext cx="3810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08BF2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2499" y="5246370"/>
            <a:ext cx="10287000" cy="906780"/>
          </a:xfrm>
          <a:prstGeom prst="roundRect">
            <a:avLst>
              <a:gd name="adj" fmla="val 6302"/>
            </a:avLst>
          </a:prstGeom>
          <a:solidFill>
            <a:srgbClr val="F0F9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142999" y="5322570"/>
            <a:ext cx="9906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検討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2999" y="5551170"/>
            <a:ext cx="9906000" cy="5238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会員ランク制度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1000" y="5575935"/>
            <a:ext cx="3810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08BF2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