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文字幅 実測用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CALIBRATION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838200"/>
            <a:ext cx="11430000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文字幅 実測用（案C｜8文字種×1反復＝8点）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143000"/>
            <a:ext cx="11430000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測定手順：①測定枠（青枠の太字テキスト）をクリックして選択 → ②書式タブ →「サイズ」の幅の数値を読み取る → ③下表の「実測(cm)」欄へご記入ください。各枠は文字にぴったり合わせてあります。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752600"/>
            <a:ext cx="1428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1. 数字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0250" y="1695450"/>
            <a:ext cx="5334000" cy="247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1234567890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0" y="17526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現行推定 113.0 px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0" y="1752600"/>
            <a:ext cx="2190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実測（  　　　  ）cm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" y="2247900"/>
            <a:ext cx="1428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2. 句読点（半角）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00250" y="2190750"/>
            <a:ext cx="5334000" cy="247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,.,.,.,.,.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0" y="22479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現行推定 38.0 px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0" y="2247900"/>
            <a:ext cx="2190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実測（  　　　  ）cm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00" y="2743200"/>
            <a:ext cx="1428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3. ％記号（半角）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00250" y="2686050"/>
            <a:ext cx="5334000" cy="247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%%%%%%%%%%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0" y="27432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現行推定 141.9 px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0250" y="2743200"/>
            <a:ext cx="2190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実測（  　　　  ）cm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000" y="3238500"/>
            <a:ext cx="1428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4. 半角空白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00250" y="3181350"/>
            <a:ext cx="5334000" cy="247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        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0" y="32385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現行推定 106.4 px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0250" y="3238500"/>
            <a:ext cx="2190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実測（  　　　  ）cm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000" y="3733800"/>
            <a:ext cx="1428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5. 等号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00250" y="3676650"/>
            <a:ext cx="5334000" cy="247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==========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0" y="37338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現行推定 86.0 px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20250" y="3733800"/>
            <a:ext cx="2190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実測（  　　　  ）cm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000" y="4229100"/>
            <a:ext cx="1428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6. 英大文字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00250" y="4171950"/>
            <a:ext cx="5334000" cy="247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ABCDEFGHIJ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0000" y="42291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現行推定 171.9 px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20250" y="4229100"/>
            <a:ext cx="2190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実測（  　　　  ）cm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" y="4724400"/>
            <a:ext cx="1428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7. 全角文字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00250" y="4667250"/>
            <a:ext cx="5334000" cy="247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あいうえおかきくけこ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0" y="47244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現行推定 187.9 px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20250" y="4724400"/>
            <a:ext cx="2190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実測（  　　　  ）cm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1000" y="5219700"/>
            <a:ext cx="1428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8. 半角小文字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00250" y="5162550"/>
            <a:ext cx="5334000" cy="247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abcdefghij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0000" y="52197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現行推定 90.0 px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20250" y="5219700"/>
            <a:ext cx="2190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実測（  　　　  ）cm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1000" y="5734050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※ px換算＝cm ÷ 2.54 × 96（例：3.00cm → 113.4px）。8点すべてのご報告で再校正いたします。所要10〜15分。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