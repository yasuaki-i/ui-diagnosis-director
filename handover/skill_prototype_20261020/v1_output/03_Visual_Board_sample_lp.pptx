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LP全体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2026年10月18日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主要CTAがない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2764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2764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276475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要点が整理されている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7432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7432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743200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比較しやすい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32099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2099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209925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成果が伝わりにくい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6766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6766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676650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申込フォーム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不安解消が不足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FV内CTA追加で無料体験へ誘導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FV内に主要CTAがない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入力前の不安解消が不足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受講後の成果訴求が弱い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余白の広いレイアウトで安心感を生んでいる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料金と特徴を整理し概要を素早く伝えている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青基調の配色で教育サービスの信頼感を出している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広告から到達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3" name="Oval 62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次の行動が不明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要点を把握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1" name="Oval 70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比較できる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5" name="Oval 74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不安で離脱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9" name="Oval 78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申込完了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到達率が低い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FV内に無料体験CTAを置き、フォーム直前で不安を解消し、成果の見えるコピーで選ばれる理由を補う。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LP全体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2026年10月18日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CTA設計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信頼性・権威性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フォーム設計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ブランド一貫性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表示速度・技術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余白の広いレイアウトで安心感を生んでいる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料金と特徴を整理し概要を素早く伝えている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青基調の配色で教育サービスの信頼感を出している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FV内に主要CTAがない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入力前の不安解消が不足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受講後の成果訴求が弱い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FV内に無料体験CTAを置き、フォーム直前で不安を解消し、成果の見えるコピーで選ばれる理由を補う。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FVに主要CTAを置く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見出しと説明文のみで主要ボタンがない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無料体験と料金確認の2ボタンを置く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入力前の不安を解消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フォームだけが置かれている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勧誘なし・所要2分の説明を添える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成果の見えるコピー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汎用的な呼びかけのコピー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続けた先の成果が分かるコピー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FV内に無料体験CTAを置き、フォーム直前で不安を解消し、成果の見えるコピーで選ばれる理由を補う。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