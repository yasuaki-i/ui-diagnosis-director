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UI Diagnosis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診断対象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085850"/>
            <a:ext cx="6858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04040"/>
                </a:solidFill>
                <a:latin typeface="メイリオ"/>
                <a:ea typeface="メイリオ"/>
              </a:rPr>
              <a:t>サンプルECサイト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428750"/>
            <a:ext cx="6858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https://example.com　／　URL入力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0" y="838200"/>
            <a:ext cx="4191000" cy="123825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20000" y="838200"/>
            <a:ext cx="57150" cy="12382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29550" y="952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TOTAL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9550" y="1181100"/>
            <a:ext cx="2667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2050" y="15430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606060"/>
                </a:solidFill>
                <a:latin typeface="メイリオ"/>
                <a:ea typeface="メイリオ"/>
              </a:rPr>
              <a:t>／ 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96500" y="1047750"/>
            <a:ext cx="1524000" cy="8191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96500" y="11239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0" y="131445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2152650"/>
            <a:ext cx="41910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606060"/>
                </a:solidFill>
                <a:latin typeface="メイリオ"/>
                <a:ea typeface="メイリオ"/>
              </a:rPr>
              <a:t>標準的（改善余地あり）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2476500"/>
            <a:ext cx="561975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2552700"/>
            <a:ext cx="53149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◎ 強み （Strengths）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" y="2914650"/>
            <a:ext cx="5619750" cy="72390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95300" y="312420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5300" y="31718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48000"/>
            <a:ext cx="457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ファーストビューのメインビジュアルが明快で価値が伝わる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3714750"/>
            <a:ext cx="5619750" cy="72390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95300" y="392430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5300" y="39719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48100"/>
            <a:ext cx="457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見出し階層が整理されており情報の優先順位が分かりやすい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4514850"/>
            <a:ext cx="5619750" cy="72390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95300" y="472440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5300" y="47720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48200"/>
            <a:ext cx="457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カート→購入の導線がスムーズで離脱が起きにくい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1250" y="2476500"/>
            <a:ext cx="561975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43650" y="2552700"/>
            <a:ext cx="53149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</a:rPr>
              <a:t>⚠ 最優先課題 （Priority Issues）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1250" y="2914650"/>
            <a:ext cx="5619750" cy="72390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305550" y="312420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05550" y="31718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4650" y="3048000"/>
            <a:ext cx="457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検索・絞り込みの組み合わせ条件が保存できず再操作の手間が大きい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1250" y="3714750"/>
            <a:ext cx="5619750" cy="72390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305550" y="392430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05550" y="39719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4650" y="3848100"/>
            <a:ext cx="457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フォーム入力時のエラー表示が遅延し、入力者が修正箇所を特定しにくい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1250" y="4514850"/>
            <a:ext cx="5619750" cy="723900"/>
          </a:xfrm>
          <a:prstGeom prst="round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305550" y="472440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05550" y="47720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4650" y="4648200"/>
            <a:ext cx="4572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</a:rPr>
              <a:t>アクセシビリティ（コントラスト・alt属性）の改善が必要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10-Item Score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</a:rPr>
              <a:t>サンプルECサイト の10項目評価詳細です。スコア列は高評価=紺、低評価=赤で色分けしています。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24000"/>
          <a:ext cx="11430000" cy="379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1600200"/>
                <a:gridCol w="571500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評価項目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スコア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コメント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ファーストビュー訴求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4.0 / 5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メインビジュアルは明快。サブコピーで価値訴求を補強したい…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ナビゲーション設計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3.5 / 5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グローバルナビは整理されているが、カテゴリ深度がやや深い…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視覚的階層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4.5 / 5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見出し階層が明確で読みやすい。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検索・絞り込み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</a:rPr>
                        <a:t>2.0 / 5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絞り込み条件の保存・組み合わせができない。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商品詳細の情報量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3.0 / 5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サイズ感や使用シーンの情報が不足している。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6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カート/購入導線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</a:rPr>
                        <a:t>4.0 / 5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カート遷移はスムーズ。ゲスト購入も可能。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7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フォーム使いやすさ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</a:rPr>
                        <a:t>2.5 / 5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入力エラー表示が遅延し、修正箇所が分かりにくい。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8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モバイル最適化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3.5 / 5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タップ領域は十分。横スクロールが一部発生。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9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表示速度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3.0 / 5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初回読み込みが3.2秒。画像最適化が必要。</a:t>
                      </a:r>
                    </a:p>
                  </a:txBody>
                  <a:tcPr marL="101600" marR="101600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10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アクセシビリティ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</a:rPr>
                        <a:t>2.0 / 5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</a:rPr>
                        <a:t>コントラスト比不足の箇所が散見される。alt属性も欠落多い…</a:t>
                      </a:r>
                    </a:p>
                  </a:txBody>
                  <a:tcPr marL="101600" marR="101600" marT="38100" marB="381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81000" y="5429250"/>
            <a:ext cx="11430000" cy="342900"/>
          </a:xfrm>
          <a:prstGeom prst="round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3400" y="5505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</a:rPr>
              <a:t>凡例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543550"/>
            <a:ext cx="152400" cy="1143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52550" y="55054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紺＝高評価（達成率 75% 以上）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3000" y="5543550"/>
            <a:ext cx="152400" cy="1143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62550" y="550545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赤＝低評価（達成率 50% 以下）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3000" y="5543550"/>
            <a:ext cx="152400" cy="1143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72550" y="550545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</a:rPr>
              <a:t>グレー＝中位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</a:rPr>
              <a:t>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総評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104900"/>
            <a:ext cx="11430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</a:rPr>
              <a:t>サンプルECサイト の総合評価は 32/50点・ランク B（標準的（改善余地あり））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1485900"/>
            <a:ext cx="1905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1000" y="1714500"/>
            <a:ext cx="11430000" cy="323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1900" b="0" i="0">
                <a:solidFill>
                  <a:srgbClr val="404040"/>
                </a:solidFill>
                <a:latin typeface="メイリオ"/>
                <a:ea typeface="メイリオ"/>
              </a:rPr>
              <a:t>総合32/50点・ランクBで、基本的なUI設計は整っているが改善余地が大きい状態です。</a:t>
            </a:r>
          </a:p>
          <a:p>
            <a:pPr algn="l">
              <a:lnSpc>
                <a:spcPct val="180000"/>
              </a:lnSpc>
            </a:pPr>
            <a:r>
              <a:rPr sz="1900" b="0" i="0">
                <a:solidFill>
                  <a:srgbClr val="404040"/>
                </a:solidFill>
                <a:latin typeface="メイリオ"/>
                <a:ea typeface="メイリオ"/>
              </a:rPr>
              <a:t>特に「検索・絞り込み」「フォーム」「アクセシビリティ」の3領域は緊急度が高く、いずれもCVR・離脱率に直接影響する論点です。</a:t>
            </a:r>
          </a:p>
          <a:p>
            <a:pPr algn="l">
              <a:lnSpc>
                <a:spcPct val="180000"/>
              </a:lnSpc>
            </a:pPr>
            <a:r>
              <a:rPr sz="1900" b="0" i="0">
                <a:solidFill>
                  <a:srgbClr val="404040"/>
                </a:solidFill>
                <a:latin typeface="メイリオ"/>
                <a:ea typeface="メイリオ"/>
              </a:rPr>
              <a:t>一方、ファーストビュー訴求や視覚的階層は強みであり、これらを軸に他領域の改善を進めることで効率的なUX向上が見込めます。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000" y="514350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523875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46735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</a:rPr>
              <a:t>続けて C-2 で改善提案リストをご確認ください。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</a:rPr>
              <a:t>UI/UX診断 by GPTs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