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524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876300"/>
            <a:ext cx="11430000" cy="1733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81000" y="876300"/>
            <a:ext cx="57150" cy="17335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33400" y="971550"/>
            <a:ext cx="285750" cy="2857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3400" y="10096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9906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ファーストビューに無料体験CTAを追加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981075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34500" y="10096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0" y="10096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13144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3400" y="13906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13906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興味を持った直後に行動できない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8859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9600" y="19240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見出しと説明文はあるが、主要ボタンが見当たらない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0" y="18859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72200" y="19240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無料体験・料金確認の2ボタンをFV内に配置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705100"/>
            <a:ext cx="11430000" cy="1733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1000" y="2705100"/>
            <a:ext cx="57150" cy="17335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33400" y="2800350"/>
            <a:ext cx="285750" cy="2857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3400" y="28384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28194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キャッチコピーを成果訴求型に変更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500" y="2809875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34500" y="28384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6500" y="28384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31432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3400" y="32194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メインコピー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32194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学習後のメリットが弱く差別化しにくい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37147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09600" y="37528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「英語、始めませんか？」で汎用的な印象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0" y="37147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172200" y="37528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忙しい人でも続く、成果が見えるオンライン英会話として訴求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533900"/>
            <a:ext cx="11430000" cy="1733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533900"/>
            <a:ext cx="57150" cy="173355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33400" y="4629150"/>
            <a:ext cx="285750" cy="2857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33400" y="46672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450" y="46482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実績数値に根拠と補足を追加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34500" y="4638675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34500" y="46672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96500" y="46672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3400" y="49720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3400" y="50482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0" y="50482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数値はあるが信頼の裏付けが不足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" y="55435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9600" y="55816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開校年・採用率・段階数・時間帯のみ表示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0" y="55435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172200" y="55816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累計受講者数、継続率、満足度など検討材料を追加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524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876300"/>
            <a:ext cx="11430000" cy="2428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81000" y="876300"/>
            <a:ext cx="57150" cy="24288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33400" y="971550"/>
            <a:ext cx="285750" cy="2857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3400" y="10096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9906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受講生の声を具体化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981075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34500" y="100965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0" y="10096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13144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3400" y="13906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13906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短文のみで利用シーンや成果が伝わりにくい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8859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9600" y="19240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「続けられています」など一言コメント中心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0" y="1885950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72200" y="19240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課題・受講理由・成果を含む3行レビューへ拡張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3400425"/>
            <a:ext cx="11430000" cy="2428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1000" y="3400425"/>
            <a:ext cx="57150" cy="24288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33400" y="3495675"/>
            <a:ext cx="285750" cy="2857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3400" y="3533775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35147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料金セクション下に比較とCTAを追加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500" y="35052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34500" y="35337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6500" y="35337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38385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3400" y="39147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39147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プラン選択後の次アクションが弱い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44100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09600" y="44481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料金カードの提示で終わり、相談導線が離れている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0" y="4410075"/>
            <a:ext cx="5562600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172200" y="44481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おすすめプラン表示と無料相談CTAを直下に配置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000" y="5905500"/>
            <a:ext cx="11430000" cy="3048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5905500"/>
            <a:ext cx="857250" cy="3048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81000" y="5905500"/>
            <a:ext cx="85725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2550" y="5905500"/>
            <a:ext cx="1038225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最優先の一手：ファーストビューに無料体験CTAを追加し、直下に成果・安心材料を3点で提示する。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