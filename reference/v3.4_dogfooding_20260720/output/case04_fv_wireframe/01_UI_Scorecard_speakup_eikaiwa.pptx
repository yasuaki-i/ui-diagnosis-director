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サマリ：診断対象・スコア・強み・最優先課題・結論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スクショ/LP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26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要改善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809750"/>
            <a:ext cx="56388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524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余白と配色で安心感を作る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特徴と料金を短時間で比較させる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実績数値で基本的な信頼を支える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809750"/>
            <a:ext cx="5638800" cy="342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436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D0021B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627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FV内CTAが不足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初心者便益が弱い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問い合わせ前不安が残る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657850"/>
            <a:ext cx="1021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機能軸でFV導線・初心者不安・CTA接続を診断。問い合わせ前の一押し不足が離脱を招いています。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10項目評価：各項目のスコアと一言所見（全文表示）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スクショ/LP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26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要改善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1000" y="1714500"/>
          <a:ext cx="11430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1943100"/>
                <a:gridCol w="800100"/>
                <a:gridCol w="8115300"/>
              </a:tblGrid>
              <a:tr h="26670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スコア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一言所見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FV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清潔感はあるが問い合わせ導線が弱い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キャッチ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初心者向けの具体便益が伝わりにくい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CTA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主要CTAが下部中心で行動喚起が遅い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信頼性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実績はあるが講師や成果の根拠が薄い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フォーム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入力前の不安を減らす導線が不足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レスポンシブ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PC表示は整うがSP最適化は未確認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読みやすさ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余白と配色で本文を読み進めやすい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情報設計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構成は自然だがCTA接続が分断される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ブランド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青基調で安心感と清潔感を作れている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表示速度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軽量に見えるが画像最適化は要確認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