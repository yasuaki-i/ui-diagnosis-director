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FVに無料相談CTAを常設する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CTA到達が遅い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上部は説明中心で行動先が弱い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無料相談へすぐ進める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初心者向け便益を見出し化する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自分向け感が弱い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英語開始の訴求が抽象的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初心者でも続く理由を明示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講師紹介と実績根拠を追加する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信頼性セクション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信頼材料が薄い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数値と説明だけで判断材料が少ない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講師顔写真と審査基準で納得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料金直後に相談CTAを置く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検討後の行動先がない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料金比較後に離脱しやすい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最適プラン相談へ誘導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問い合わせ前の不安FAQを加える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CTA前セクション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申込前の疑問が残る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体験や解約の不安が残る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疑問解消後に問い合わせ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優先度Top1はFV内CTAの追加。まず問い合わせ導線を可視化し、次に初心者向け訴求と信頼材料で離脱を防ぐ⁠。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