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サマリ：診断対象・スコア・強み・最優先課題・結論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バナー/機能軸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34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標準的（改善余地あり）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809750"/>
            <a:ext cx="56388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524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15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人物写真でオンライン英会話の利用場面を伝える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青基調と余白で初心者にも安心感を出す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開校年と講師情報で信頼材料を提示する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809750"/>
            <a:ext cx="5638800" cy="342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436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D0021B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627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CTA文言が弱い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初心者向け便益が薄い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無料相談の入口がない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657850"/>
            <a:ext cx="1021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問い合わせ獲得が目的なら、CTAを無料相談寄りに変え、初心者向け便益と安心材料を一目で補強する必要がある。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10項目評価：各項目のスコアと一言所見（全文表示）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バナー/機能軸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34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標準的（改善余地あり）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1000" y="1714500"/>
          <a:ext cx="114300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1943100"/>
                <a:gridCol w="800100"/>
                <a:gridCol w="8115300"/>
              </a:tblGrid>
              <a:tr h="26670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No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スコア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一言所見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FV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人物と大見出しで英会話サービスと分かる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キャッチ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初心者向けの具体便益がやや弱い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CTA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ボタンはあるが問い合わせ意図が弱い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信頼性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開校年や講師情報で安心材料がある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フォーム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－/5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バナー単体のため評価対象外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レスポンシブ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－/5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画像単体のため評価対象外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読みやすさ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－/5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バナー単体のため評価対象外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情報設計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－/5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バナー単体のため評価対象外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ブランド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青基調と写真で安心感を出せている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表示速度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－/5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画像単体のため評価対象外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