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CTAを無料相談訴求へ変える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ボタン文言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行動意図が弱い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詳しくはこちらで次行動が曖昧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無料相談・体験へ直接誘導する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初心者向けメリットを見出し下に足す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サブコピー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便益が伝わりにくい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開始喚起中心で不安解消が弱い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初心者でも続けやすい理由を示す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信頼材料を1行バッジ化する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実績表示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根拠が埋もれる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開校年と講師情報が本文内に分散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実績・講師体制をバッジで即伝達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問い合わせ導線を視覚的に強調する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CTA周辺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ボタンが埋もれる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青ボタンのみで緊急度が弱い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無料相談の補足でクリック理由を補う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初心者の不安を短文で打ち消す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本文コピー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不安解消が不足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特徴列挙で心理的後押しが弱い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日本人講師対応など安心材料を前面化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最優先はCTAを「詳しく」から問い合わせ行動に寄せること。初心者向け便益と安心材料を同時に補うと、クリック理由が明確になる⁠。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