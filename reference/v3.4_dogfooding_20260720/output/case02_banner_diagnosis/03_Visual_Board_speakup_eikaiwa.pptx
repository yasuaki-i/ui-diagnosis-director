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問い合わせ増加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初心者向けバナー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34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ロゴ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認知は明確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431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43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431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サブコピー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便益が弱い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765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76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765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メインコピー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開始喚起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8098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8098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80987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説明文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信頼情報あり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1432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1432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1432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人物写真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利用場面明快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4766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4766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4766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CTAボタン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行動が曖昧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8100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8100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8100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安心材料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前面化不足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CTA強化で問合せへ誘導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CTA文言が弱い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初心者向け便益が薄い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無料相談の入口がない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人物写真でオンライン英会話の利用場面を伝える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青基調と余白で初心者にも安心感を出す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開校年と講師情報で信頼材料を提示する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CTAで問い合わせ理由を補強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英会話に気づく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0" name="Oval 69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興味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コピーを読む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安心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講師情報を見る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自分向きか判断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迷い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無料相談が見えない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行動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詳しく押下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機能軸で、初心者が「自分でも始められる」と感じた直後に無料相談へ進める導線へ整理する。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問い合わせ増加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初心者向けバナー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34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－/5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－/5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－/5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－/5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－/5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人物写真でオンライン英会話の利用場面を伝える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青基調と余白で初心者にも安心感を出す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開校年と講師情報で信頼材料を提示する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CTA文言が弱い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初心者向け便益が薄い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無料相談の入口がない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機能軸で、初心者が「自分でも始められる」と感じた直後に無料相談へ進める導線へ整理する。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CTAを問い合わせ行動に直結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箇所：ボタン文言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詳しくはこちらで問い合わせ意図が弱い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無料相談・体験へ直接誘導する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初心者向け便益を追加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箇所：サブコピー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開始喚起だけで不安解消が弱い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初心者でも続く理由を一目で示す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信頼材料を即時提示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箇所：実績表示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開校年と講師情報が本文に埋もれる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実績・講師体制をバッジで伝える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機能軸で、初心者が「自分でも始められる」と感じた直後に無料相談へ進める導線へ整理する。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