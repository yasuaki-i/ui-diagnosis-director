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問い合わせCV向上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訴求は明快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2002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2002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20027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理由が弱い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5908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5908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59080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整理済み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9813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9813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98132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根拠不足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3718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371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37185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選び方不足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7623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7623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76237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不安残る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CTA強化で申込へ誘導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CTAが申込意図を押し切れない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信頼根拠の提示が少ない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フォーム前の不安解消不足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FVでオンライン英会話の価値を即時理解させる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青基調と余白で学習サービスの清潔感を出す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特徴・講師・料金を順番に読ませる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比較後の申込理由が弱い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広告・検索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FV理解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価値把握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安心材料不足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選び方迷う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9" name="Oval 78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申込判断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CTA弱い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3" name="Oval 82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送信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流れ不明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無料体験の価値、申込後の流れ、信頼根拠をFVからフォーム前まで一貫して提示する。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問い合わせCV向上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FVでオンライン英会話の価値を即時理解させる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青基調と余白で学習サービスの清潔感を出す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特徴・講師・料金を順番に読ませる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CTAが申込意図を押し切れない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信頼根拠の提示が少ない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フォーム前の不安解消不足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無料体験の価値、申込後の流れ、信頼根拠をFVからフォーム前まで一貫して提示する。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FV内CTAを具体化する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箇所：FV主ボタン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無料体験の価値が押し切れない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所要時間と特典で予約理由を強める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信頼根拠を追加する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箇所：講師・実績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実績や受講者の声が見えにくい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実績・声・保証を並べ安心感を補う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申込前の流れを明示する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箇所：フォーム前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入力後の流れが分かりにくい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3ステップで不安なく送信させる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無料体験の価値、申込後の流れ、信頼根拠をFVからフォーム前まで一貫して提示する。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