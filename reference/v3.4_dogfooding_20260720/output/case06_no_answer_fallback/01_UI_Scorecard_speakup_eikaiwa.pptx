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31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改善余地大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FVでオンライン英会話の価値を即時理解させる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青基調と余白で学習サービスの清潔感を出す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特徴・講師・料金を順番に読ませる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CTAが申込意図を押し切れない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信頼根拠の提示が少ない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フォーム前の不安解消不足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見た目は整う一方、申込前の不安解消とCTA強化でCV改善余地が大きい。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31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改善余地大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価値訴求と主CTAは一目で把握できる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情緒訴求があり学習意欲を喚起できる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申込理由と次の行動がやや弱い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実績・受講者の声・保証が不足する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入力前の不安解消と流れ説明が弱い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PCでは整うがSP最適化は追加確認が必要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余白とカード配置で情報を追いやすい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特徴から料金への流れは標準的に整理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青基調で学習サービスらしさを表現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画像量があり体感速度は実測確認が必要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