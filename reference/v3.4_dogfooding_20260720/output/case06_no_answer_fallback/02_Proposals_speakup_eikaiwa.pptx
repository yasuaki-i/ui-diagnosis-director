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FV内CTAを具体化する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FV主ボタン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CTA訴求が弱い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無料体験の価値が押し切れない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所要時間と特典を添えて申込を促す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信頼要素を講師紹介に追加する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講師紹介・実績欄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信頼根拠が不足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講師情報だけで安心感が弱い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実績・声・継続率で不安を減らす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料金プランの選び方を示す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比較判断が迷いやすい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価格と内容の優劣が掴みにくい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おすすめプランと選び方を示す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申込前の流れを3ステップ化する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問い合わせ直前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フォーム前説明が薄い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入力後の流れが分かりにくい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3ステップと所要時間を明示する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各判断点に小CTAを配置する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特徴・料金下部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CTAの再提示が少ない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読了後の行動が分散する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各判断点に小CTAを置く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最優先はCTAと信頼根拠の強化。無料体験の価値、申込後の流れ、安心材料を明確にしCVの迷いを減らす⁠。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