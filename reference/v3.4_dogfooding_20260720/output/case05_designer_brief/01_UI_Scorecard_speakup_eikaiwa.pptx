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標準的（改善余地あり）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余白と配色で読みやすさを高める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紺基調で学習サービスの信頼感を出す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軽い構成で表示負荷を抑える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FVで申込導線が弱い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問い合わせCTAが少ない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フォーム不在で離脱しやすい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LPの基本構成と清潔感は整っていますが、問い合わせへ進ませるCTAと不安解消情報が弱い状態です。FV・料金・最終CTAを中心に改善するとCV率向上が見込めます。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標準的（改善余地あり）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雰囲気は良いが、初回CTAが弱い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説明は明快だが、便益訴求が薄い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問い合わせ導線が少なく目立ちにくい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実績はあるが、根拠情報が不足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フォームが見えず心理的距離が残る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PCは整うが、SP導線は要確認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余白と配色で視線移動しやすい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基本順序は良いが、決め手が弱い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紺基調で誠実な印象を作れている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軽量構成で初期表示は良好と推定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