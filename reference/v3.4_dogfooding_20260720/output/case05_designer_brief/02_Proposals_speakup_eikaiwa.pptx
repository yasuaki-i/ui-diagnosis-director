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FV直下に無料体験CTAを追加する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ファーストビュー直下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初回行動が起きにくい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説明後に次の行動が見えにくい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無料体験CTAで即行動を促す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固定CTAで問い合わせ導線を増やす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ヘッダー・ページ下部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CTA接触回数が少ない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最終部まで進まないと行動しにくい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常時見えるCTAで機会損失を減らす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料金下におすすめ導線を加える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プラン選択で迷いやすい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価格差だけで判断が止まりやすい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目的別おすすめで選びやすくする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講師の実在感と根拠を強める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講師紹介・信頼情報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信頼の裏付けが弱い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講師採用率だけでは安心しきれない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顔・資格・実績で安心感を補う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受講生の声に具体的変化を入れる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口コミの説得力が弱い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短い感想のみで効果が伝わりにくい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受講前後の変化で納得感を出す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最優先はFVと最終部に問い合わせ導線を増やすことです。次に料金・講師・受講生の根拠を補い、迷いを減らしてCVに近づけます⁠。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