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CTA不足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2002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2002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20027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整理良好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5908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5908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59080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根拠不足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9813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9813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98132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迷いやすい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3718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371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371850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具体性不足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7623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7623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762375"/>
            <a:ext cx="3162300" cy="3714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接触少ない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CTA増強で問い合わせへ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FVで申込導線が弱い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問い合わせCTAが少ない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フォーム不在で離脱しやすい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余白と配色で読みやすさを高める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紺基調で学習サービスの信頼感を出す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軽い構成で表示負荷を抑える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問い合わせ前の不安解消とCTA増加が鍵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認知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英会話検討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魅力理解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条件確認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判断迷い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9" name="Oval 78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根拠不足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3" name="Oval 82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CTA発見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問い合わせ数・率を上げるには、FV直下と各検討ポイント直後にCTAを置き、料金・講師・受講生の根拠で不安を減らす設計へ寄せます。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余白と配色で読みやすさを高める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紺基調で学習サービスの信頼感を出す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軽い構成で表示負荷を抑える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FVで申込導線が弱い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問い合わせCTAが少ない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フォーム不在で離脱しやすい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問い合わせ数・率を上げるには、FV直下と各検討ポイント直後にCTAを置き、料金・講師・受講生の根拠で不安を減らす設計へ寄せます。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FV直下に無料体験CTAを追加する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説明後に次の行動が見えにくい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無料体験CTAで即行動を促す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固定CTAで問い合わせ導線を増やす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箇所：ヘッダー・下部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CTAが少なく接触機会が限られる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常時表示で問い合わせ機会を増やす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信頼情報で申込前不安を減らす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箇所：講師・受講生の声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実績や変化が抽象的で決め手に欠ける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資格・実績・変化で納得感を高める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問い合わせ数・率を上げるには、FV直下と各検討ポイント直後にCTAを置き、料金・講師・受講生の根拠で不安を減らす設計へ寄せます。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