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FVに無料相談CTAを常時配置する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最初の行動先が見えない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説明を読ませるだけで行動が弱い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無料相談へすぐ進める導線にする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初心者向けの不安解消文を追加する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FVと講師紹介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初学者の不安が残る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実績中心で自分向け感が弱い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初心者歓迎と伴走感を明示する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料金下にプラン選びの目安を置く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選び方が判断しづらい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価格だけで比較が止まりやすい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目的別に最適プランを選べる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受講生の声に具体情報を足す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信頼の根拠が薄い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一言だけで成果が伝わりにくい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受講前後の変化で安心を作る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LP内に簡易問い合わせ枠を設ける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ページ下部CTA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問い合わせ完了まで遠い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ボタン押下後の手間が想像しづらい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名前とメールだけで仮相談できる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診断観点は機能軸。FV・情報設計・CV導線を深く狭く見て、問い合わせを妨げる不足から優先改善する⁠。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