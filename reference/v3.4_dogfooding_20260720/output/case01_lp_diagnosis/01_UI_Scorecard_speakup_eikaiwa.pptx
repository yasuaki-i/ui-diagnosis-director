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29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改善必要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余白と配色で初心者にも清潔感を伝えている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料金と特徴を整理し比較検討を助けている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講師体制と学習時間で安心材料を示している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FVに問い合わせCTAが不足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初心者の不安解消が薄い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フォーム導線が下部に偏る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診断観点は機能軸、対象はFV・情報設計・CV導線、粒度は深く狭く。CTAとフォームが問い合わせを妨げている。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29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改善必要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訴求は明確だがCTAが目立ちにくい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初心者向けの便益がまだ弱い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問い合わせ導線が下部中心で少ない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実績はあるが根拠提示が薄い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入力フォームがLP内に見えない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PC構成は整うがSP確認が必要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余白と配色で読み進めやすい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料金前後の不安解消が不足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青基調で誠実な印象を作れている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画像多用で軽量化余地がある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