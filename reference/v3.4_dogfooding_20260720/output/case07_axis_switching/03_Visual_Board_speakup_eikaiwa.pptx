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英会話初心者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訴求は良好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050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050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050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悩み提示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共感は作れる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003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強みは整理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6955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6955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6955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信頼情報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根拠不足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9908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比較材料不足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2861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86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2861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FAQ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不安解消不足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5814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押す理由不足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38766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38766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38766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到達が遠い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安心感を整え問合せへ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CTAの次行動が弱い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信頼情報が不足している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フォーム到達が遠い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明るいFVで学習意欲を高める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余白設計で読み進めやすい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親しみあるブランド感がある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信頼不足でCTA前に迷いが残る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興味あり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好印象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悩み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共感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根拠不足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5" name="Oval 84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迷い残る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9" name="Oval 88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問合せ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到達弱い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初心者が無料体験に進む前の不安をFV・信頼情報・FAQで先回りし、各セクション末尾のCTAから問い合わせへ誘導する。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英会話初心者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明るいFVで学習意欲を高める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余白設計で読み進めやすい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親しみあるブランド感がある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CTAの次行動が弱い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信頼情報が不足している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フォーム到達が遠い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初心者が無料体験に進む前の不安をFV・信頼情報・FAQで先回りし、各セクション末尾のCTAから問い合わせへ誘導する。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FVの無料体験CTAを強化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箇所：FV CTA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無料体験の内容が見えず押す理由が弱い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30分無料・初心者歓迎を添えて誘導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信頼情報を上部に集約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箇所：信頼情報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講師や口コミの具体性が不足している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講師写真・口コミ・実績を見せる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CTA前に初心者FAQを追加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箇所：FAQ/CTA前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料金やレベル不安が残ったまま進む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不安を解消して問い合わせへ進める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初心者が無料体験に進む前の不安をFV・信頼情報・FAQで先回りし、各セクション末尾のCTAから問い合わせへ誘導する。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