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スクショ/体験軸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標準的（CV改善余地あり）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明るい第一印象で英会話への心理的ハードルを下げる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余白と見出し整理で初心者も読み進めやすい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親しみあるブランド表現で教室の雰囲気を伝える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CTAの次行動が弱い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信頼情報が不足している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フォーム到達が遠い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初心者向けの安心材料とCTA導線を強化すれば、問い合わせ率改善が狙える。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スクショ/体験軸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標準的（CV改善余地あり）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明るい第一印象だが初心者向け訴求を足したい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前向きな表現だが独自価値がやや薄い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ボタンはあるが次行動の納得感が弱い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講師・実績・口コミの具体性が不足する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入力前の不安解消と導線補強が必要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PC表示は整うがSP導線は追加確認したい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余白と文字階層が整理され読み進めやすい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構成は自然だが問い合わせ前の情報が弱い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親しみやすく明るい英会話感が伝わる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画像中心のため最適化余地がある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