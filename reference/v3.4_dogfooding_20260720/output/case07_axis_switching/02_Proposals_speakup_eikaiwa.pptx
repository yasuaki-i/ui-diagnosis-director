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優先度の高い改善アクションを整理（1/2 前半 3件）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FVで無料体験の不安を解消する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ファーストビューCTA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CTAの次行動が弱い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無料体験の内容や所要時間が見えにくい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所要時間と流れを添えて押しやすくする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講師・実績・口コミを上部に出す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信頼情報エリア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信頼情報が不足している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良さは伝わるが選ぶ根拠が弱い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講師写真・口コミ・実績で安心感を補強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455295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552450" y="464820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52450" y="468630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550" y="466725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初心者向けFAQをCTA前に置く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34500" y="465772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334500" y="465772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96500" y="469582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3400" y="49911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33400" y="506730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問い合わせ直前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96000" y="506730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不安解消が不足している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3400" y="556260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09600" y="560070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不安を抱えたまま問い合わせへ進む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172200" y="560070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料金・レベル・勧誘不安を事前に解消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優先度の高い改善アクションを整理（2/2 後半 2件・POINT）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各セクション末尾にCTAを追加する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LP中盤以降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フォーム到達が遠い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関心が高まっても次行動が途切れる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読了途中でも無料体験へ移動できる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画像を軽量化し初期表示を速める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画像・表示速度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初期表示が重くなる恐れ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ビジュアル中心で読み込み負荷が高い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圧縮と遅延読込で表示待ちを減らす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POINT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19250" y="5657850"/>
            <a:ext cx="10191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最優先は、初心者が無料体験に進む前の不安を減らすこと。CTA周辺に安心材料を集約し、信頼情報とFAQで問い合わせ率を底上げする⁠。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