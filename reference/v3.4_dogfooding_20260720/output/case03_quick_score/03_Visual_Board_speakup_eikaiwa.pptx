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新規生徒獲得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問い合わせ増加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31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ヘッダー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導線あり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1050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1050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10502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CTA不足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4003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4003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40030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実績帯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信頼補強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26955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6955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269557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理解促進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299085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29908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299085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講師紹介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安心感</a:t>
            </a:r>
          </a:p>
        </p:txBody>
      </p:sp>
      <p:sp>
        <p:nvSpPr>
          <p:cNvPr id="43" name="Oval 42"/>
          <p:cNvSpPr/>
          <p:nvPr/>
        </p:nvSpPr>
        <p:spPr>
          <a:xfrm>
            <a:off x="457200" y="32861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2861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950" y="328612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CTA不足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358140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35814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950" y="3581400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具体性弱い</a:t>
            </a:r>
          </a:p>
        </p:txBody>
      </p:sp>
      <p:sp>
        <p:nvSpPr>
          <p:cNvPr id="49" name="Oval 48"/>
          <p:cNvSpPr/>
          <p:nvPr/>
        </p:nvSpPr>
        <p:spPr>
          <a:xfrm>
            <a:off x="457200" y="387667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38766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950" y="3876675"/>
            <a:ext cx="3162300" cy="2762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下部CTA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最後のみ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CTAを増やし問合せへ導く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FVに主CTAがない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問い合わせ導線が少ない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フォーム前不安が残る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余白と配色で安心感ある印象を作る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特徴・料金・声を順に見せ検討を進める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講師サポートの訴求で不安を和らげる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FV・料金後のCTA不足が主な離脱点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流入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目的確認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3" name="Oval 72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興味喚起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7" name="Oval 76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理解促進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1" name="Oval 80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比較検討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5" name="Oval 84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声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安心確認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9" name="Oval 88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？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問合せ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行動不足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FV・料金・下部CTAの3点を強化し、無料相談までの行動導線を増やす。CTA周辺には無料・所要時間・返信目安を添えて不安を下げる。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新規生徒獲得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問い合わせ増加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2026年7月20日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31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1/5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4/5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余白と配色で安心感ある印象を作る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特徴・料金・声を順に見せ検討を進める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講師サポートの訴求で不安を和らげる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FVに主CTAがない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問い合わせ導線が少ない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フォーム前不安が残る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FV・料金・下部CTAの3点を強化し、無料相談までの行動導線を増やす。CTA周辺には無料・所要時間・返信目安を添えて不安を下げる。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FVのCTA不足を解消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箇所：ファーストビュー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訴求後に行動入口が見えにくい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無料相談CTAで即行動へつなぐ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料金後の離脱を防ぐ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箇所：料金プラン直下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比較後の次アクションが弱い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相談CTAで検討直後に誘導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問い合わせ前の不安を減らす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箇所：CTA周辺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無料範囲や返信目安が不明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無料・30秒・返信目安を明記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FV・料金・下部CTAの3点を強化し、無料相談までの行動導線を増やす。CTA周辺には無料・所要時間・返信目安を添えて不安を下げる。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