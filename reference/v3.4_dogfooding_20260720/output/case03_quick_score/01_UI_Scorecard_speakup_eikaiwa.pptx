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スクショ/LP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31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標準以上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809750"/>
            <a:ext cx="56388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24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余白と配色で安心感ある印象を作る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特徴・料金・声を順に見せ検討を進める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講師サポートの訴求で不安を和らげる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809750"/>
            <a:ext cx="563880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436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D0021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627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FVに主CTAがない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問い合わせ導線が少ない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フォーム前不安が残る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57850"/>
            <a:ext cx="1021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問い合わせ増加には、FVと各検討ブロックにCTAを増やし、安心材料を添えて行動を後押しする設計が有効です。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スクショ/LP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31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標準以上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訴求は明確だが主CTAが弱い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伝わるが差別化の一言が不足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問い合わせ導線が下部に偏る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実績はあるが根拠表現が薄い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入力前の不安解消が不足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SP時のCTA固定が必要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余白と見出しで読み進めやすい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特徴から料金まで流れは自然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青基調で清潔感と安心感がある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画像最適化の余地がある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