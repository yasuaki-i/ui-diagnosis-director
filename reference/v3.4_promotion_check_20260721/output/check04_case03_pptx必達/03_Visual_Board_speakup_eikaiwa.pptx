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FV/導線/終盤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ナビあり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CTA不足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信頼補強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理解促進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安心感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導線不足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証拠不足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終盤CTA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申込弱い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FV内CTA追加で体験申込へ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最重要課題（Top1）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FV内CTAが弱い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青基調と余白で安心して読み進められる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特徴・講師・料金の主要情報を一通り提示できている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講師写真と受講生の声で学習イメージを補強している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CTA迷う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2" name="Oval 71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理解進む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6" name="Oval 75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安心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導線弱い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声を確認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根拠不足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終盤到達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申込弱い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機能軸でFV、情報設計、終盤導線を見直し、無料体験申込へ進む接点を増やす。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FV/導線/終盤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青基調と余白で安心して読み進められる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特徴・講師・料金の主要情報を一通り提示できている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講師写真と受講生の声で学習イメージを補強している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無料体験導線が少ない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フォーム導線が見えない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機能軸でFV、情報設計、終盤導線を見直し、無料体験申込へ進む接点を増やす。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FVで即申込を促す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見出しと説明の後に申込導線がない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無料体験CTAを上部に常時見せる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料金比較後に行動を置く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価格確認後の次アクションが曖昧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各料金カード下から申込へ進める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終盤を申込で締める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問い合わせ中心でKPIとずれる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無料体験申込を最後の主導線にする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機能軸でFV、情報設計、終盤導線を見直し、無料体験申込へ進む接点を増やす。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