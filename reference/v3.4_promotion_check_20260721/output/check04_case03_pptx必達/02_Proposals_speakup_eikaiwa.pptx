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FVに無料体験CTAを追加する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申込ボタンが見えない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説明後に次の行動が見えない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無料体験へ即移動できる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料金下に申込ボタンを置く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比較後の行動が弱い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料金確認後に下へ流れる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検討直後に申込へ進める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申込フォーム位置を明確化する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申込エリア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フォームが見えない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問い合わせのみが終点になる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無料体験申込が主導線になる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【2】改善提案リスト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実績と受講生の声を具体化する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信頼訴求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判断材料が少ない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短い感想のみで根拠が薄い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成果や利用場面で信頼できる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終盤CTAを無料体験へ統一する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フッター前CTA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問い合わせ表現が弱い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問い合わせが主導線になる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無料体験申込が終点になる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最優先はFV内CTA追加。無料体験申込を主導線に据え、料金後と終盤にも同じ導線を置くことでCV機会を増やす⁠。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