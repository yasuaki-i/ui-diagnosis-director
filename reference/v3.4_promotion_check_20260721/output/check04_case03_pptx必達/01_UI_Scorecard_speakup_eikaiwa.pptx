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青基調と余白で安心して読み進められる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特徴・講師・料金の主要情報を一通り提示できている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講師写真と受講生の声で学習イメージを補強している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FV内CTAが弱い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無料体験導線が少ない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フォーム導線が見えない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サービス理解はしやすい一方、無料体験申込へ誘導するCTAとフォーム導線が弱く、申込機会を逃している。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無料体験CTAがFV内になく申込動機が弱い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英語開始の訴求は明快だが独自性が浅い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問い合わせ中心で無料体験申込が目立たない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実績や声はあるが具体証拠が不足している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申込フォーム導線が見えずCV機会を逃す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PC構成は整理済みだがSP最適化は未確認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余白と色数が整い本文を追いやすい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特徴から料金まで自然だがCTA連動が弱い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青基調で安心感と学習サービス感が出ている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画像中心で重すぎないが計測は未実施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