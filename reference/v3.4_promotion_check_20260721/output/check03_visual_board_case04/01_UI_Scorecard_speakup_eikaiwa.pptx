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【1】UI診断スコアカード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サマリ：診断対象・スコア・強み・最優先課題・結論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診断対象</a:t>
            </a:r>
          </a:p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スピークアップ英会話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入力種別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スクショ/LP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26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ランク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C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改善必要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809750"/>
            <a:ext cx="5638800" cy="3429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52450" y="1809750"/>
            <a:ext cx="52959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000" y="2152650"/>
            <a:ext cx="563880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381000" y="2152650"/>
            <a:ext cx="5638800" cy="3429000"/>
          </a:xfrm>
          <a:prstGeom prst="rect">
            <a:avLst/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71500" y="2324100"/>
            <a:ext cx="5257800" cy="3124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清潔な配色で学習サービスらしさを伝える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料金と特徴を分けて検討材料を示す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講師サポート画像で安心感を補強する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1809750"/>
            <a:ext cx="5638800" cy="3429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343650" y="1809750"/>
            <a:ext cx="52959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最優先で直すべき点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2152650"/>
            <a:ext cx="563880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172200" y="2152650"/>
            <a:ext cx="5638800" cy="3429000"/>
          </a:xfrm>
          <a:prstGeom prst="rect">
            <a:avLst/>
          </a:prstGeom>
          <a:solidFill>
            <a:srgbClr val="D0021B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62700" y="2324100"/>
            <a:ext cx="5257800" cy="3124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FVに無料体験CTAがない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申込フォームが見えない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成果の信頼材料が弱い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381000" y="5657850"/>
            <a:ext cx="83820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81000" y="5657850"/>
            <a:ext cx="83820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結論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5657850"/>
            <a:ext cx="1021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読みやすさとブランド感はあるが、無料体験申込への導線が弱く、FVで申込理由とCTAを明確化する必要がある。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【1】UI診断スコアカード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10項目評価：各項目のスコアと一言所見（全文表示）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診断対象</a:t>
            </a:r>
          </a:p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スピークアップ英会話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入力種別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スクショ/LP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26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ランク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C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改善必要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81000" y="1714500"/>
          <a:ext cx="11430000" cy="312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"/>
                <a:gridCol w="1943100"/>
                <a:gridCol w="800100"/>
                <a:gridCol w="8115300"/>
              </a:tblGrid>
              <a:tr h="26670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No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項目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スコア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一言所見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FV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主訴は明確だが申込行動へつながりにくい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キャッチ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始めやすさは出るが無料体験価値が弱い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CTA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FVとヘッダーに申込CTAがなく致命的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信頼性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講師情報はあるが実績や根拠が不足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フォーム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申込フォームがページ内で見えない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レスポンシブ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SP確認外だが構造は単純で展開しやすい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読みやすさ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余白と配色で本文は読みやすい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情報設計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特徴と料金は整理されるがCTA接続が弱い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ブランド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青基調で誠実さと清潔感を保てている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表示速度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軽量に見えるが画像最適化は要確認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