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FVに無料体験CTAを常設する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PC版FV・ヘッダー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申込導線が見えない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本文紹介で終わる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主CTAで無料体験へ進める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FVコピーを無料体験軸に変える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PC版FV見出し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体験価値が弱い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英語、始めませんか？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無料体験で始める英会話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申込前の不安を3点で解消する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FV直下の補足情報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不安解消が後半に分散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特徴が後続に散らばる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料金・時間・講師をFV付近に要約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講師と実績の信頼材料を補強する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講師・受講生の声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根拠が抽象的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声と講師紹介が簡素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実績・資格・レビューを明示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ページ下部CTAを無料体験に揃える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フッターCTA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問い合わせ優先に見える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お問い合わせはこちら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無料体験を申し込む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最優先は、PC版FVに無料体験CTAと不安解消情報を集約し、訪問直後に申込できる状態へ変えること⁠。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