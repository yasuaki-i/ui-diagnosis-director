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6C"/>
          </a:solidFill>
          <a:ln w="12700">
            <a:solidFill>
              <a:srgbClr val="1C366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PC版FVワイヤーフレーム｜スピークアップ英会話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75320" y="164592"/>
            <a:ext cx="3520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EAF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目的：無料体験申込 月間30件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94944"/>
            <a:ext cx="11064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診断反映方針：FVで「誰向け・何が得られる・すぐ申込める」を同時に伝える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8912" y="1051560"/>
            <a:ext cx="7973568" cy="52303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133856"/>
            <a:ext cx="2377440" cy="201168"/>
          </a:xfrm>
          <a:prstGeom prst="rect">
            <a:avLst/>
          </a:prstGeom>
          <a:solidFill>
            <a:srgbClr val="F4F5F8"/>
          </a:solidFill>
          <a:ln w="12700">
            <a:solidFill>
              <a:srgbClr val="F4F5F8"/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speakup-eikaiwa.com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362456"/>
            <a:ext cx="7973568" cy="0"/>
          </a:xfrm>
          <a:prstGeom prst="line">
            <a:avLst/>
          </a:prstGeom>
          <a:noFill/>
          <a:ln w="12700">
            <a:solidFill>
              <a:srgbClr val="D0D4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94944" y="1572768"/>
            <a:ext cx="1143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Speak 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1581912"/>
            <a:ext cx="2331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特徴　料金　受講者の声　FAQ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76288" y="1527048"/>
            <a:ext cx="1298448" cy="310896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無料体験を予約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121408"/>
            <a:ext cx="1444752" cy="292608"/>
          </a:xfrm>
          <a:prstGeom prst="rect">
            <a:avLst/>
          </a:prstGeom>
          <a:solidFill>
            <a:srgbClr val="1C366C"/>
          </a:solidFill>
          <a:ln w="12700">
            <a:solidFill>
              <a:srgbClr val="1C366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無料体験へ最短導線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615184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短期間で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話す量を増やす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英会話へ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41248" y="4041648"/>
            <a:ext cx="3154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初心者でも実践練習を重ねて、英語を話す不安を減らすオンライン英会話。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4718304"/>
            <a:ext cx="1874520" cy="438912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無料体験を予約する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07792" y="4855464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まずは30秒で日程選択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5321808"/>
            <a:ext cx="3474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0021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押下後：入力フォームではなく日程選択へ直接遷移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2048256"/>
            <a:ext cx="3529584" cy="2148840"/>
          </a:xfrm>
          <a:prstGeom prst="rect">
            <a:avLst/>
          </a:prstGeom>
          <a:solidFill>
            <a:srgbClr val="E9EEF7"/>
          </a:solidFill>
          <a:ln w="12700">
            <a:solidFill>
              <a:srgbClr val="D0D4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受講シーン画像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または講師＋生徒の写真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9744" y="4407408"/>
            <a:ext cx="13533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366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初心者歓迎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407408"/>
            <a:ext cx="13533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366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実践重視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5650992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5586984"/>
            <a:ext cx="1508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誰向けか明記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5843016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初心者／話す練習不足層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01568" y="5650992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67328" y="5586984"/>
            <a:ext cx="1417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体験の流れ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67328" y="5843016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予約→体験→学習提案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42432" y="5650992"/>
            <a:ext cx="228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0021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08192" y="5586984"/>
            <a:ext cx="1280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不安解消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08192" y="5843016"/>
            <a:ext cx="1737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料金・講師・継続方法へ誘導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5468112"/>
            <a:ext cx="7333488" cy="0"/>
          </a:xfrm>
          <a:prstGeom prst="line">
            <a:avLst/>
          </a:prstGeom>
          <a:noFill/>
          <a:ln w="12700">
            <a:solidFill>
              <a:srgbClr val="D0D4D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732520" y="1051560"/>
            <a:ext cx="3017520" cy="52303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0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デザイナー向け実装指示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61120" y="1581912"/>
            <a:ext cx="2560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優先度順にFVへ反映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0" y="1993392"/>
            <a:ext cx="438912" cy="292608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28048" y="2011680"/>
            <a:ext cx="1965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H1を成果訴求へ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28048" y="2322576"/>
            <a:ext cx="192024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現状の説明調から、無料体験前に得られる変化を一文で伝える。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61120" y="2980944"/>
            <a:ext cx="438912" cy="292608"/>
          </a:xfrm>
          <a:prstGeom prst="rect">
            <a:avLst/>
          </a:prstGeom>
          <a:solidFill>
            <a:srgbClr val="1C366C"/>
          </a:solidFill>
          <a:ln w="12700">
            <a:solidFill>
              <a:srgbClr val="1C366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28048" y="2999232"/>
            <a:ext cx="1965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CTAを赤で二重配置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528048" y="3310128"/>
            <a:ext cx="192024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ヘッダー固定CTA＋ヒーロー内CTA。文言は「無料体験を予約する」に統一。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61120" y="3968496"/>
            <a:ext cx="438912" cy="292608"/>
          </a:xfrm>
          <a:prstGeom prst="rect">
            <a:avLst/>
          </a:prstGeom>
          <a:solidFill>
            <a:srgbClr val="1C366C"/>
          </a:solidFill>
          <a:ln w="12700">
            <a:solidFill>
              <a:srgbClr val="1C366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528048" y="3986784"/>
            <a:ext cx="1965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信頼材料をFV内へ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528048" y="4297680"/>
            <a:ext cx="192024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講師・受講者の声・体験の流れを1行で置き、下層へのリンクを添える。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61120" y="4956048"/>
            <a:ext cx="438912" cy="292608"/>
          </a:xfrm>
          <a:prstGeom prst="rect">
            <a:avLst/>
          </a:prstGeom>
          <a:solidFill>
            <a:srgbClr val="1C366C"/>
          </a:solidFill>
          <a:ln w="12700">
            <a:solidFill>
              <a:srgbClr val="1C366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528048" y="4974336"/>
            <a:ext cx="1965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心理障壁を下げる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528048" y="5285232"/>
            <a:ext cx="192024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所要時間・相談内容・料金確認を明記し、申込前の不安を除く。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84048" y="6547104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66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UI/UX診断 by GPTs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789920" y="656539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04 / 04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UI/UX診断 by GPTs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スピークアップ英会話 PC版FVワイヤーフレーム</dc:title>
  <dc:subject>PC版FVワイヤーフレーム</dc:subject>
  <dc:creator>UI/UX診断 by GPTs</dc:creator>
  <cp:lastModifiedBy>UI/UX診断 by GPTs</cp:lastModifiedBy>
  <cp:revision>1</cp:revision>
  <dcterms:created xsi:type="dcterms:W3CDTF">2026-07-20T09:02:45Z</dcterms:created>
  <dcterms:modified xsi:type="dcterms:W3CDTF">2026-07-20T09:02:45Z</dcterms:modified>
</cp:coreProperties>
</file>