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FVに無料体験CTAを追加する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FVメイン導線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申込開始点が見えない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FVで問い合わせ導線が弱い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FVで無料体験へ直行できる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CTA文言を無料体験申込に統一する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全CTA文言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問い合わせと申込が混在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問い合わせ主語で目的が曖昧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無料体験申込で行動が明確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料金直下に不安解消CTAを置く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比較後の行動が止まる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料金確認後に離脱しやすい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料金直後に体験申込へ進む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声に学習成果と属性を加える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効果の実感が弱い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短い感想だけで根拠が薄い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属性と成果で安心して申込める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特徴を選ぶ理由として再整理する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特徴セクション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魅力が羅列に見える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機能一覧として読まれる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初心者に合う理由が伝わる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診断観点：機能軸／対象：FV導線・情報設計・CV導線／粒度：深く狭く。最優先はFV内で無料体験CTAを見せること⁠。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