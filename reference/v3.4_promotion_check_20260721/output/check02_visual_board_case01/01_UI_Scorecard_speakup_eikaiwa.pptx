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サマリ：診断対象・スコア・強み・最優先課題・結論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診断対象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スピークアップ英会話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入力種別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スクショ/LP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28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ランク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C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改善必要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809750"/>
            <a:ext cx="5638800" cy="3429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52450" y="1809750"/>
            <a:ext cx="52959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2152650"/>
            <a:ext cx="56388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81000" y="2152650"/>
            <a:ext cx="5638800" cy="3429000"/>
          </a:xfrm>
          <a:prstGeom prst="rect">
            <a:avLst/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71500" y="2324100"/>
            <a:ext cx="5257800" cy="3124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余白設計で情報を読み進めやすくする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料金と特徴を整理し比較検討しやすくする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紺基調で落ち着いた学習ブランドを伝える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809750"/>
            <a:ext cx="5638800" cy="342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343650" y="1809750"/>
            <a:ext cx="52959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2152650"/>
            <a:ext cx="563880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172200" y="2152650"/>
            <a:ext cx="5638800" cy="3429000"/>
          </a:xfrm>
          <a:prstGeom prst="rect">
            <a:avLst/>
          </a:prstGeom>
          <a:solidFill>
            <a:srgbClr val="D0021B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62700" y="2324100"/>
            <a:ext cx="5257800" cy="3124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FVに申込CTAがない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フォーム導線が見えにくい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体験前の不安解消不足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381000" y="5657850"/>
            <a:ext cx="83820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81000" y="5657850"/>
            <a:ext cx="83820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結論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657850"/>
            <a:ext cx="1021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無料体験への行動導線が弱く、FVと料金直後のCTA強化が最優先です。 診断観点：機能軸／対象：FV導線 / 情報設計 / CV導線／粒度：深く狭く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10項目評価：各項目のスコアと一言所見（全文表示）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診断対象</a:t>
            </a:r>
          </a:p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スピークアップ英会話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入力種別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スクショ/LP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28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762000"/>
          </a:xfrm>
          <a:prstGeom prst="roundRect">
            <a:avLst>
              <a:gd name="adj" fmla="val 100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7620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52500"/>
            <a:ext cx="2524125" cy="628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ランク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C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改善必要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81000" y="1714500"/>
          <a:ext cx="11430000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/>
                <a:gridCol w="1943100"/>
                <a:gridCol w="800100"/>
                <a:gridCol w="8115300"/>
              </a:tblGrid>
              <a:tr h="26670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No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スコア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一言所見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FV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価値は見えるが体験CTAが不足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キャッチ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親しみはあるが成果訴求が弱い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CTA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申込導線が下部に偏り発見しにくい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信頼性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数値はあるが根拠と実績説明が薄い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フォーム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申込フォームの入口と手順が見えない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レスポンシブ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PCは整うがSP導線は未確認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読みやすさ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余白と見出しで内容を追いやすい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情報設計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特徴と料金の順序は理解しやすい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ブランド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紺基調で落ち着いた印象を作る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表示速度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軽量構成だが実測検証は未実施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