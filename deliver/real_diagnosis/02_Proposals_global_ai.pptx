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FVに法人・開発者CTAを並列配置する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法人導線が埋もれる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AI対話を試す中心で利用目的が偏る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個人・法人・開発者の入口を明確化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入力欄の下に用途説明を追加する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メッセージ入力欄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操作意図が曖昧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何を入力すべきか迷いやすい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質問例と利用前説明で試しやすくする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ナビを目的別3分類に再整理する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グローバルナビ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入口が横並びで迷う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ResearchやProductsが同列に並ぶ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使う・導入する・学ぶで整理する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実績カードをFV直下に集約する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FV直下セクション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信頼根拠が下層に散る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ニュースや事例が個別に分散する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研究・導入事例・安全性を要約表示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ニュース一覧から次行動を接続する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Recent news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閲覧後の導線が弱い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記事閲覧で行動が途切れやすい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関連CTAで相談・資料導線へつなぐ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最優先はFVの目的別導線強化。AI対話サービス体験の強さを維持しつつ、法人・開発者・研究理解の入口を明確に分ける⁠。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