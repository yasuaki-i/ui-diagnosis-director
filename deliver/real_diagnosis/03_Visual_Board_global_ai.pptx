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目的別CVを増やす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トップページ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2026年7月16日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FV/入力体験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強いが説明不足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050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050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050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主要ナビ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目的別に弱い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003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ニュース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更新性を訴求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6955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6955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6955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ストーリー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利用文脈を補強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29908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研究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権威性を形成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28612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286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2861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ビジネス事例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導入検討を支援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5814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開始CTA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次行動が限定的</a:t>
            </a:r>
          </a:p>
        </p:txBody>
      </p:sp>
      <p:sp>
        <p:nvSpPr>
          <p:cNvPr id="49" name="Oval 48"/>
          <p:cNvSpPr/>
          <p:nvPr/>
        </p:nvSpPr>
        <p:spPr>
          <a:xfrm>
            <a:off x="457200" y="38766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38766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38766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フッター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網羅性は高い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入口整理でCVへ進める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法人導線の優先度が弱い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目的別入口が散らばる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入力欄の意図が曖昧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AI対話サービス体験をFVで即時想起させる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研究・事例・ニュースで信頼を積み上げる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ミニマルなブランド表現を一貫できている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目的別入口の明確化がCV改善の鍵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ブランド理解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目的選択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入口迷う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7" name="Oval 76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体験開始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意図不明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1" name="Oval 80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情報閲覧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信頼形成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5" name="Oval 84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導入検討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相談弱い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9" name="Oval 88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CV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次動作薄い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FVの体験入口を残しつつ、個人・法人・開発者の目的別CTAと信頼根拠を近接させ、迷いなく次行動へ誘導する。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目的別CVを増やす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トップページ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2026年7月16日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キャッチコピー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CTA設計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信頼性・権威性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フォーム設計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ブランド一貫性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表示速度・技術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AI対話サービス体験をFVで即時想起させる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研究・事例・ニュースで信頼を積み上げる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ミニマルなブランド表現を一貫できている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法人導線の優先度が弱い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目的別入口が散らばる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入力欄の意図が曖昧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FVの体験入口を残しつつ、個人・法人・開発者の目的別CTAと信頼根拠を近接させ、迷いなく次行動へ誘導する。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 CTA階層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AI対話を試す中心で法人導線が見えにくい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個人・法人・開発者の入口を並列表示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入力欄の説明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何を入力する場か初見では迷いやすい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質問例と用途説明で試行を後押しする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信頼根拠の配置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研究・事例が下層カードに分散している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FV直下で実績と安全性を要約提示する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FVの体験入口を残しつつ、個人・法人・開発者の目的別CTAと信頼根拠を近接させ、迷いなく次行動へ誘導する。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