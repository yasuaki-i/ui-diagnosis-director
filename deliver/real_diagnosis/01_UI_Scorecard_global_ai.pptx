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グローバルAI企業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URL / 企業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優良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AI対話サービス体験をFVで即時想起させる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研究・事例・ニュースで信頼を積み上げる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ミニマルなブランド表現を一貫できている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法人導線の優先度が弱い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目的別入口が散らばる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入力欄の意図が曖昧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体験入口は強い一方、法人・開発者など目的別導線を整理するとCV効率をさらに高められる。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グローバルAI企業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URL / 企業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優良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ファーストビュー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ChatGPT体験を直感的に提示できている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キャッチコピー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問いかけ型で体験価値は伝わるが用途別訴求は薄い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Try ChatGPTは明確だが法人相談の優先度が弱い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信頼性・権威性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研究・ニュース・事例で権威性を強く補強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入力欄の目的と利用前不安の説明が不足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単純構造でSP適性は高いが固定CTA余地あり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余白とタイポが整理され視線移動しやすい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情報は豊富だが目的別入口の優先順位が曖昧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ブランド一貫性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ミニマルな世界観とトーンが一貫している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表示速度・技術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画像とカード量が多く軽量化の余地がある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